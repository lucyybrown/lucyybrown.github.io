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2"/>
  </p:notesMasterIdLst>
  <p:sldIdLst>
    <p:sldId id="256" r:id="rId2"/>
    <p:sldId id="257" r:id="rId3"/>
    <p:sldId id="266" r:id="rId4"/>
    <p:sldId id="274" r:id="rId5"/>
    <p:sldId id="267" r:id="rId6"/>
    <p:sldId id="269" r:id="rId7"/>
    <p:sldId id="273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51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F1899D-8AC2-4C5B-848A-1F204C177D0B}" v="770" dt="2024-11-28T15:16:57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Brown" userId="5e70d7ba-06ec-45ef-a5a6-41eac0ce51e1" providerId="ADAL" clId="{1CF1899D-8AC2-4C5B-848A-1F204C177D0B}"/>
    <pc:docChg chg="undo redo custSel addSld delSld modSld sldOrd">
      <pc:chgData name="Lucy Brown" userId="5e70d7ba-06ec-45ef-a5a6-41eac0ce51e1" providerId="ADAL" clId="{1CF1899D-8AC2-4C5B-848A-1F204C177D0B}" dt="2024-11-28T15:23:54.264" v="7574"/>
      <pc:docMkLst>
        <pc:docMk/>
      </pc:docMkLst>
      <pc:sldChg chg="addSp delSp modSp mod">
        <pc:chgData name="Lucy Brown" userId="5e70d7ba-06ec-45ef-a5a6-41eac0ce51e1" providerId="ADAL" clId="{1CF1899D-8AC2-4C5B-848A-1F204C177D0B}" dt="2024-11-12T11:57:58.184" v="3420" actId="1076"/>
        <pc:sldMkLst>
          <pc:docMk/>
          <pc:sldMk cId="3076079087" sldId="256"/>
        </pc:sldMkLst>
        <pc:spChg chg="add del mod">
          <ac:chgData name="Lucy Brown" userId="5e70d7ba-06ec-45ef-a5a6-41eac0ce51e1" providerId="ADAL" clId="{1CF1899D-8AC2-4C5B-848A-1F204C177D0B}" dt="2024-11-12T11:56:50.698" v="3414" actId="478"/>
          <ac:spMkLst>
            <pc:docMk/>
            <pc:sldMk cId="3076079087" sldId="256"/>
            <ac:spMk id="10" creationId="{475C2ADB-B89D-660A-B84A-6942E1F6E014}"/>
          </ac:spMkLst>
        </pc:spChg>
        <pc:spChg chg="mod">
          <ac:chgData name="Lucy Brown" userId="5e70d7ba-06ec-45ef-a5a6-41eac0ce51e1" providerId="ADAL" clId="{1CF1899D-8AC2-4C5B-848A-1F204C177D0B}" dt="2024-11-12T11:57:58.184" v="3420" actId="1076"/>
          <ac:spMkLst>
            <pc:docMk/>
            <pc:sldMk cId="3076079087" sldId="256"/>
            <ac:spMk id="11" creationId="{A83B873B-5A58-81AC-7D96-0E84E3114DC5}"/>
          </ac:spMkLst>
        </pc:spChg>
      </pc:sldChg>
      <pc:sldChg chg="addSp delSp modSp mod">
        <pc:chgData name="Lucy Brown" userId="5e70d7ba-06ec-45ef-a5a6-41eac0ce51e1" providerId="ADAL" clId="{1CF1899D-8AC2-4C5B-848A-1F204C177D0B}" dt="2024-11-26T14:33:18.445" v="6168" actId="20577"/>
        <pc:sldMkLst>
          <pc:docMk/>
          <pc:sldMk cId="2595986561" sldId="257"/>
        </pc:sldMkLst>
        <pc:spChg chg="del mod">
          <ac:chgData name="Lucy Brown" userId="5e70d7ba-06ec-45ef-a5a6-41eac0ce51e1" providerId="ADAL" clId="{1CF1899D-8AC2-4C5B-848A-1F204C177D0B}" dt="2024-11-11T20:23:06.045" v="1216" actId="478"/>
          <ac:spMkLst>
            <pc:docMk/>
            <pc:sldMk cId="2595986561" sldId="257"/>
            <ac:spMk id="3" creationId="{FDA3A8C6-1189-1AAF-D66E-C6AFDCB3143D}"/>
          </ac:spMkLst>
        </pc:spChg>
        <pc:spChg chg="del mod">
          <ac:chgData name="Lucy Brown" userId="5e70d7ba-06ec-45ef-a5a6-41eac0ce51e1" providerId="ADAL" clId="{1CF1899D-8AC2-4C5B-848A-1F204C177D0B}" dt="2024-11-11T20:38:46.599" v="1384" actId="478"/>
          <ac:spMkLst>
            <pc:docMk/>
            <pc:sldMk cId="2595986561" sldId="257"/>
            <ac:spMk id="5" creationId="{66E5313F-BEC3-B2C2-7B97-1074E5608718}"/>
          </ac:spMkLst>
        </pc:spChg>
        <pc:spChg chg="add mod">
          <ac:chgData name="Lucy Brown" userId="5e70d7ba-06ec-45ef-a5a6-41eac0ce51e1" providerId="ADAL" clId="{1CF1899D-8AC2-4C5B-848A-1F204C177D0B}" dt="2024-11-11T20:40:07.953" v="1398" actId="1076"/>
          <ac:spMkLst>
            <pc:docMk/>
            <pc:sldMk cId="2595986561" sldId="257"/>
            <ac:spMk id="6" creationId="{2041E418-99DA-EE21-D0CE-275D5325B8D6}"/>
          </ac:spMkLst>
        </pc:spChg>
        <pc:spChg chg="add del mod">
          <ac:chgData name="Lucy Brown" userId="5e70d7ba-06ec-45ef-a5a6-41eac0ce51e1" providerId="ADAL" clId="{1CF1899D-8AC2-4C5B-848A-1F204C177D0B}" dt="2024-11-11T20:25:15.919" v="1239" actId="478"/>
          <ac:spMkLst>
            <pc:docMk/>
            <pc:sldMk cId="2595986561" sldId="257"/>
            <ac:spMk id="7" creationId="{7DE92936-BB72-0CE3-3513-20CCC091D030}"/>
          </ac:spMkLst>
        </pc:spChg>
        <pc:spChg chg="add mod">
          <ac:chgData name="Lucy Brown" userId="5e70d7ba-06ec-45ef-a5a6-41eac0ce51e1" providerId="ADAL" clId="{1CF1899D-8AC2-4C5B-848A-1F204C177D0B}" dt="2024-11-26T14:33:18.445" v="6168" actId="20577"/>
          <ac:spMkLst>
            <pc:docMk/>
            <pc:sldMk cId="2595986561" sldId="257"/>
            <ac:spMk id="8" creationId="{688A2F12-C449-0B84-B8C1-3AC6FFE57468}"/>
          </ac:spMkLst>
        </pc:spChg>
        <pc:spChg chg="add mod">
          <ac:chgData name="Lucy Brown" userId="5e70d7ba-06ec-45ef-a5a6-41eac0ce51e1" providerId="ADAL" clId="{1CF1899D-8AC2-4C5B-848A-1F204C177D0B}" dt="2024-11-12T11:48:03.872" v="2611" actId="14100"/>
          <ac:spMkLst>
            <pc:docMk/>
            <pc:sldMk cId="2595986561" sldId="257"/>
            <ac:spMk id="9" creationId="{26203764-E302-00FB-9131-0D985BC5D425}"/>
          </ac:spMkLst>
        </pc:spChg>
        <pc:spChg chg="add mod">
          <ac:chgData name="Lucy Brown" userId="5e70d7ba-06ec-45ef-a5a6-41eac0ce51e1" providerId="ADAL" clId="{1CF1899D-8AC2-4C5B-848A-1F204C177D0B}" dt="2024-11-11T20:38:54.934" v="1386" actId="1076"/>
          <ac:spMkLst>
            <pc:docMk/>
            <pc:sldMk cId="2595986561" sldId="257"/>
            <ac:spMk id="10" creationId="{8A03CB8A-087A-0E04-1139-6080FDF11CED}"/>
          </ac:spMkLst>
        </pc:spChg>
        <pc:spChg chg="del">
          <ac:chgData name="Lucy Brown" userId="5e70d7ba-06ec-45ef-a5a6-41eac0ce51e1" providerId="ADAL" clId="{1CF1899D-8AC2-4C5B-848A-1F204C177D0B}" dt="2024-11-12T11:58:21.304" v="3421" actId="478"/>
          <ac:spMkLst>
            <pc:docMk/>
            <pc:sldMk cId="2595986561" sldId="257"/>
            <ac:spMk id="11" creationId="{F29F0F85-6FE8-47C6-DF3A-DDC8CD7B6438}"/>
          </ac:spMkLst>
        </pc:spChg>
        <pc:spChg chg="add mod">
          <ac:chgData name="Lucy Brown" userId="5e70d7ba-06ec-45ef-a5a6-41eac0ce51e1" providerId="ADAL" clId="{1CF1899D-8AC2-4C5B-848A-1F204C177D0B}" dt="2024-11-12T11:58:22.363" v="3422"/>
          <ac:spMkLst>
            <pc:docMk/>
            <pc:sldMk cId="2595986561" sldId="257"/>
            <ac:spMk id="12" creationId="{E9EF2941-E509-24CA-F3D4-58FF19D81520}"/>
          </ac:spMkLst>
        </pc:spChg>
      </pc:sldChg>
      <pc:sldChg chg="addSp delSp modSp del mod ord">
        <pc:chgData name="Lucy Brown" userId="5e70d7ba-06ec-45ef-a5a6-41eac0ce51e1" providerId="ADAL" clId="{1CF1899D-8AC2-4C5B-848A-1F204C177D0B}" dt="2024-11-27T14:25:45.681" v="6301" actId="2696"/>
        <pc:sldMkLst>
          <pc:docMk/>
          <pc:sldMk cId="1412920239" sldId="258"/>
        </pc:sldMkLst>
        <pc:spChg chg="mod">
          <ac:chgData name="Lucy Brown" userId="5e70d7ba-06ec-45ef-a5a6-41eac0ce51e1" providerId="ADAL" clId="{1CF1899D-8AC2-4C5B-848A-1F204C177D0B}" dt="2024-11-20T14:05:14.908" v="4498" actId="20577"/>
          <ac:spMkLst>
            <pc:docMk/>
            <pc:sldMk cId="1412920239" sldId="258"/>
            <ac:spMk id="2" creationId="{6CEF45F2-87DD-6B44-1F79-79804BDF307F}"/>
          </ac:spMkLst>
        </pc:spChg>
        <pc:spChg chg="mod">
          <ac:chgData name="Lucy Brown" userId="5e70d7ba-06ec-45ef-a5a6-41eac0ce51e1" providerId="ADAL" clId="{1CF1899D-8AC2-4C5B-848A-1F204C177D0B}" dt="2024-11-20T14:03:12.553" v="4483" actId="1076"/>
          <ac:spMkLst>
            <pc:docMk/>
            <pc:sldMk cId="1412920239" sldId="258"/>
            <ac:spMk id="3" creationId="{44774C42-290B-431B-208E-4B4B2B6E7C5A}"/>
          </ac:spMkLst>
        </pc:spChg>
        <pc:spChg chg="del">
          <ac:chgData name="Lucy Brown" userId="5e70d7ba-06ec-45ef-a5a6-41eac0ce51e1" providerId="ADAL" clId="{1CF1899D-8AC2-4C5B-848A-1F204C177D0B}" dt="2024-11-12T11:58:42.745" v="3429" actId="478"/>
          <ac:spMkLst>
            <pc:docMk/>
            <pc:sldMk cId="1412920239" sldId="258"/>
            <ac:spMk id="6" creationId="{0EE83C7A-EFB6-C8F9-6B40-CCD4AB8538A6}"/>
          </ac:spMkLst>
        </pc:spChg>
        <pc:spChg chg="add mod">
          <ac:chgData name="Lucy Brown" userId="5e70d7ba-06ec-45ef-a5a6-41eac0ce51e1" providerId="ADAL" clId="{1CF1899D-8AC2-4C5B-848A-1F204C177D0B}" dt="2024-11-20T14:03:55.886" v="4487" actId="164"/>
          <ac:spMkLst>
            <pc:docMk/>
            <pc:sldMk cId="1412920239" sldId="258"/>
            <ac:spMk id="6" creationId="{1C27A4BE-F112-6C85-DC3F-A4381A23731E}"/>
          </ac:spMkLst>
        </pc:spChg>
        <pc:spChg chg="add mod">
          <ac:chgData name="Lucy Brown" userId="5e70d7ba-06ec-45ef-a5a6-41eac0ce51e1" providerId="ADAL" clId="{1CF1899D-8AC2-4C5B-848A-1F204C177D0B}" dt="2024-11-12T11:58:43.610" v="3430"/>
          <ac:spMkLst>
            <pc:docMk/>
            <pc:sldMk cId="1412920239" sldId="258"/>
            <ac:spMk id="7" creationId="{8AAD65C7-ED56-D28B-63B3-831AF099AB4E}"/>
          </ac:spMkLst>
        </pc:spChg>
        <pc:spChg chg="add del mod">
          <ac:chgData name="Lucy Brown" userId="5e70d7ba-06ec-45ef-a5a6-41eac0ce51e1" providerId="ADAL" clId="{1CF1899D-8AC2-4C5B-848A-1F204C177D0B}" dt="2024-11-20T11:29:35.893" v="3994" actId="478"/>
          <ac:spMkLst>
            <pc:docMk/>
            <pc:sldMk cId="1412920239" sldId="258"/>
            <ac:spMk id="8" creationId="{AAB42DC4-9342-D22A-715D-FCC6874E5D43}"/>
          </ac:spMkLst>
        </pc:spChg>
        <pc:spChg chg="add mod">
          <ac:chgData name="Lucy Brown" userId="5e70d7ba-06ec-45ef-a5a6-41eac0ce51e1" providerId="ADAL" clId="{1CF1899D-8AC2-4C5B-848A-1F204C177D0B}" dt="2024-11-20T14:03:55.886" v="4487" actId="164"/>
          <ac:spMkLst>
            <pc:docMk/>
            <pc:sldMk cId="1412920239" sldId="258"/>
            <ac:spMk id="9" creationId="{37ECE1F9-FA38-9B45-9D46-70D7FF5831E2}"/>
          </ac:spMkLst>
        </pc:spChg>
        <pc:spChg chg="add del">
          <ac:chgData name="Lucy Brown" userId="5e70d7ba-06ec-45ef-a5a6-41eac0ce51e1" providerId="ADAL" clId="{1CF1899D-8AC2-4C5B-848A-1F204C177D0B}" dt="2024-11-20T11:30:58.945" v="4014" actId="22"/>
          <ac:spMkLst>
            <pc:docMk/>
            <pc:sldMk cId="1412920239" sldId="258"/>
            <ac:spMk id="11" creationId="{E2A12F24-CFD7-5D3F-5567-6318146E842E}"/>
          </ac:spMkLst>
        </pc:spChg>
        <pc:spChg chg="add mod">
          <ac:chgData name="Lucy Brown" userId="5e70d7ba-06ec-45ef-a5a6-41eac0ce51e1" providerId="ADAL" clId="{1CF1899D-8AC2-4C5B-848A-1F204C177D0B}" dt="2024-11-20T14:03:55.886" v="4487" actId="164"/>
          <ac:spMkLst>
            <pc:docMk/>
            <pc:sldMk cId="1412920239" sldId="258"/>
            <ac:spMk id="12" creationId="{4E2BD735-CCFA-8803-C5A6-5A9C04A16F04}"/>
          </ac:spMkLst>
        </pc:spChg>
        <pc:spChg chg="add mod">
          <ac:chgData name="Lucy Brown" userId="5e70d7ba-06ec-45ef-a5a6-41eac0ce51e1" providerId="ADAL" clId="{1CF1899D-8AC2-4C5B-848A-1F204C177D0B}" dt="2024-11-20T14:03:55.886" v="4487" actId="164"/>
          <ac:spMkLst>
            <pc:docMk/>
            <pc:sldMk cId="1412920239" sldId="258"/>
            <ac:spMk id="13" creationId="{22874565-00CF-3E61-3369-02340B2B68F8}"/>
          </ac:spMkLst>
        </pc:spChg>
        <pc:spChg chg="add mod">
          <ac:chgData name="Lucy Brown" userId="5e70d7ba-06ec-45ef-a5a6-41eac0ce51e1" providerId="ADAL" clId="{1CF1899D-8AC2-4C5B-848A-1F204C177D0B}" dt="2024-11-20T11:32:31.916" v="4078"/>
          <ac:spMkLst>
            <pc:docMk/>
            <pc:sldMk cId="1412920239" sldId="258"/>
            <ac:spMk id="14" creationId="{032EA04D-BE5A-FE13-6A3B-FD823B0B93C3}"/>
          </ac:spMkLst>
        </pc:spChg>
        <pc:spChg chg="add mod">
          <ac:chgData name="Lucy Brown" userId="5e70d7ba-06ec-45ef-a5a6-41eac0ce51e1" providerId="ADAL" clId="{1CF1899D-8AC2-4C5B-848A-1F204C177D0B}" dt="2024-11-20T14:03:55.886" v="4487" actId="164"/>
          <ac:spMkLst>
            <pc:docMk/>
            <pc:sldMk cId="1412920239" sldId="258"/>
            <ac:spMk id="15" creationId="{E9EC73B3-9E5F-C962-4F5F-4D428485F25F}"/>
          </ac:spMkLst>
        </pc:spChg>
        <pc:spChg chg="add mod">
          <ac:chgData name="Lucy Brown" userId="5e70d7ba-06ec-45ef-a5a6-41eac0ce51e1" providerId="ADAL" clId="{1CF1899D-8AC2-4C5B-848A-1F204C177D0B}" dt="2024-11-20T14:11:30.103" v="4577" actId="20577"/>
          <ac:spMkLst>
            <pc:docMk/>
            <pc:sldMk cId="1412920239" sldId="258"/>
            <ac:spMk id="16" creationId="{54EEA628-47D6-0D92-2684-F99897DF7202}"/>
          </ac:spMkLst>
        </pc:spChg>
        <pc:spChg chg="add mod">
          <ac:chgData name="Lucy Brown" userId="5e70d7ba-06ec-45ef-a5a6-41eac0ce51e1" providerId="ADAL" clId="{1CF1899D-8AC2-4C5B-848A-1F204C177D0B}" dt="2024-11-20T14:04:50.481" v="4495" actId="1076"/>
          <ac:spMkLst>
            <pc:docMk/>
            <pc:sldMk cId="1412920239" sldId="258"/>
            <ac:spMk id="17" creationId="{127B3469-703D-09AE-7769-7200463767B1}"/>
          </ac:spMkLst>
        </pc:spChg>
        <pc:spChg chg="add mod">
          <ac:chgData name="Lucy Brown" userId="5e70d7ba-06ec-45ef-a5a6-41eac0ce51e1" providerId="ADAL" clId="{1CF1899D-8AC2-4C5B-848A-1F204C177D0B}" dt="2024-11-20T14:04:06.816" v="4488" actId="164"/>
          <ac:spMkLst>
            <pc:docMk/>
            <pc:sldMk cId="1412920239" sldId="258"/>
            <ac:spMk id="18" creationId="{D4AE4A22-0E3B-9DF8-EF89-9AF228F6FCA5}"/>
          </ac:spMkLst>
        </pc:spChg>
        <pc:spChg chg="add mod">
          <ac:chgData name="Lucy Brown" userId="5e70d7ba-06ec-45ef-a5a6-41eac0ce51e1" providerId="ADAL" clId="{1CF1899D-8AC2-4C5B-848A-1F204C177D0B}" dt="2024-11-20T14:04:06.816" v="4488" actId="164"/>
          <ac:spMkLst>
            <pc:docMk/>
            <pc:sldMk cId="1412920239" sldId="258"/>
            <ac:spMk id="19" creationId="{DDE806AA-B030-ECCD-A6DC-E367FE9223D4}"/>
          </ac:spMkLst>
        </pc:spChg>
        <pc:spChg chg="add mod">
          <ac:chgData name="Lucy Brown" userId="5e70d7ba-06ec-45ef-a5a6-41eac0ce51e1" providerId="ADAL" clId="{1CF1899D-8AC2-4C5B-848A-1F204C177D0B}" dt="2024-11-20T14:04:06.816" v="4488" actId="164"/>
          <ac:spMkLst>
            <pc:docMk/>
            <pc:sldMk cId="1412920239" sldId="258"/>
            <ac:spMk id="20" creationId="{EA04F90E-817F-42D1-BB07-F891EF4E346F}"/>
          </ac:spMkLst>
        </pc:spChg>
        <pc:spChg chg="add mod">
          <ac:chgData name="Lucy Brown" userId="5e70d7ba-06ec-45ef-a5a6-41eac0ce51e1" providerId="ADAL" clId="{1CF1899D-8AC2-4C5B-848A-1F204C177D0B}" dt="2024-11-20T14:04:06.816" v="4488" actId="164"/>
          <ac:spMkLst>
            <pc:docMk/>
            <pc:sldMk cId="1412920239" sldId="258"/>
            <ac:spMk id="21" creationId="{5B1C9029-9E05-4627-0403-AC78D89704B9}"/>
          </ac:spMkLst>
        </pc:spChg>
        <pc:spChg chg="add mod">
          <ac:chgData name="Lucy Brown" userId="5e70d7ba-06ec-45ef-a5a6-41eac0ce51e1" providerId="ADAL" clId="{1CF1899D-8AC2-4C5B-848A-1F204C177D0B}" dt="2024-11-20T14:04:06.816" v="4488" actId="164"/>
          <ac:spMkLst>
            <pc:docMk/>
            <pc:sldMk cId="1412920239" sldId="258"/>
            <ac:spMk id="22" creationId="{22754CF5-A640-D554-9052-3E07BE3105A7}"/>
          </ac:spMkLst>
        </pc:spChg>
        <pc:spChg chg="add mod">
          <ac:chgData name="Lucy Brown" userId="5e70d7ba-06ec-45ef-a5a6-41eac0ce51e1" providerId="ADAL" clId="{1CF1899D-8AC2-4C5B-848A-1F204C177D0B}" dt="2024-11-20T14:04:06.816" v="4488" actId="164"/>
          <ac:spMkLst>
            <pc:docMk/>
            <pc:sldMk cId="1412920239" sldId="258"/>
            <ac:spMk id="23" creationId="{26F6690B-4B30-4642-B74B-DF54570CD461}"/>
          </ac:spMkLst>
        </pc:spChg>
        <pc:spChg chg="add mod">
          <ac:chgData name="Lucy Brown" userId="5e70d7ba-06ec-45ef-a5a6-41eac0ce51e1" providerId="ADAL" clId="{1CF1899D-8AC2-4C5B-848A-1F204C177D0B}" dt="2024-11-20T14:04:21.341" v="4490" actId="164"/>
          <ac:spMkLst>
            <pc:docMk/>
            <pc:sldMk cId="1412920239" sldId="258"/>
            <ac:spMk id="24" creationId="{A2F02076-7E1F-A884-4AA4-2686945E9DE4}"/>
          </ac:spMkLst>
        </pc:spChg>
        <pc:spChg chg="add mod">
          <ac:chgData name="Lucy Brown" userId="5e70d7ba-06ec-45ef-a5a6-41eac0ce51e1" providerId="ADAL" clId="{1CF1899D-8AC2-4C5B-848A-1F204C177D0B}" dt="2024-11-20T14:04:21.341" v="4490" actId="164"/>
          <ac:spMkLst>
            <pc:docMk/>
            <pc:sldMk cId="1412920239" sldId="258"/>
            <ac:spMk id="25" creationId="{6AA111A3-D461-3D83-6CF6-16A5F88AE5B8}"/>
          </ac:spMkLst>
        </pc:spChg>
        <pc:spChg chg="add del mod">
          <ac:chgData name="Lucy Brown" userId="5e70d7ba-06ec-45ef-a5a6-41eac0ce51e1" providerId="ADAL" clId="{1CF1899D-8AC2-4C5B-848A-1F204C177D0B}" dt="2024-11-20T14:03:04.811" v="4479" actId="478"/>
          <ac:spMkLst>
            <pc:docMk/>
            <pc:sldMk cId="1412920239" sldId="258"/>
            <ac:spMk id="26" creationId="{79BF2956-D17E-CFE9-CABD-28C2CE894C14}"/>
          </ac:spMkLst>
        </pc:spChg>
        <pc:spChg chg="add mod">
          <ac:chgData name="Lucy Brown" userId="5e70d7ba-06ec-45ef-a5a6-41eac0ce51e1" providerId="ADAL" clId="{1CF1899D-8AC2-4C5B-848A-1F204C177D0B}" dt="2024-11-20T14:04:21.341" v="4490" actId="164"/>
          <ac:spMkLst>
            <pc:docMk/>
            <pc:sldMk cId="1412920239" sldId="258"/>
            <ac:spMk id="27" creationId="{64F2C6F8-B116-AD9F-B791-58AA7A2D0C25}"/>
          </ac:spMkLst>
        </pc:spChg>
        <pc:spChg chg="add mod">
          <ac:chgData name="Lucy Brown" userId="5e70d7ba-06ec-45ef-a5a6-41eac0ce51e1" providerId="ADAL" clId="{1CF1899D-8AC2-4C5B-848A-1F204C177D0B}" dt="2024-11-20T14:09:10.842" v="4537" actId="207"/>
          <ac:spMkLst>
            <pc:docMk/>
            <pc:sldMk cId="1412920239" sldId="258"/>
            <ac:spMk id="31" creationId="{E03D2768-CE1B-6F79-311B-8FEC7C434DA8}"/>
          </ac:spMkLst>
        </pc:spChg>
        <pc:spChg chg="add mod">
          <ac:chgData name="Lucy Brown" userId="5e70d7ba-06ec-45ef-a5a6-41eac0ce51e1" providerId="ADAL" clId="{1CF1899D-8AC2-4C5B-848A-1F204C177D0B}" dt="2024-11-20T14:06:42.190" v="4501"/>
          <ac:spMkLst>
            <pc:docMk/>
            <pc:sldMk cId="1412920239" sldId="258"/>
            <ac:spMk id="32" creationId="{F43693D4-65D2-A938-9D8F-C015C9B5BB69}"/>
          </ac:spMkLst>
        </pc:spChg>
        <pc:spChg chg="add mod">
          <ac:chgData name="Lucy Brown" userId="5e70d7ba-06ec-45ef-a5a6-41eac0ce51e1" providerId="ADAL" clId="{1CF1899D-8AC2-4C5B-848A-1F204C177D0B}" dt="2024-11-20T14:22:10.884" v="4738"/>
          <ac:spMkLst>
            <pc:docMk/>
            <pc:sldMk cId="1412920239" sldId="258"/>
            <ac:spMk id="33" creationId="{FDF587BD-A8E6-6EF0-4D93-1A4968DDE99C}"/>
          </ac:spMkLst>
        </pc:spChg>
        <pc:grpChg chg="add mod">
          <ac:chgData name="Lucy Brown" userId="5e70d7ba-06ec-45ef-a5a6-41eac0ce51e1" providerId="ADAL" clId="{1CF1899D-8AC2-4C5B-848A-1F204C177D0B}" dt="2024-11-20T14:03:55.886" v="4487" actId="164"/>
          <ac:grpSpMkLst>
            <pc:docMk/>
            <pc:sldMk cId="1412920239" sldId="258"/>
            <ac:grpSpMk id="28" creationId="{A8E7D9ED-AB45-C269-B5B3-75B4D3231182}"/>
          </ac:grpSpMkLst>
        </pc:grpChg>
        <pc:grpChg chg="add mod">
          <ac:chgData name="Lucy Brown" userId="5e70d7ba-06ec-45ef-a5a6-41eac0ce51e1" providerId="ADAL" clId="{1CF1899D-8AC2-4C5B-848A-1F204C177D0B}" dt="2024-11-20T14:04:58.300" v="4496" actId="1076"/>
          <ac:grpSpMkLst>
            <pc:docMk/>
            <pc:sldMk cId="1412920239" sldId="258"/>
            <ac:grpSpMk id="29" creationId="{9A936E44-9048-01F0-9EFD-08941A7965F0}"/>
          </ac:grpSpMkLst>
        </pc:grpChg>
        <pc:grpChg chg="add mod">
          <ac:chgData name="Lucy Brown" userId="5e70d7ba-06ec-45ef-a5a6-41eac0ce51e1" providerId="ADAL" clId="{1CF1899D-8AC2-4C5B-848A-1F204C177D0B}" dt="2024-11-20T14:05:04.324" v="4497" actId="1076"/>
          <ac:grpSpMkLst>
            <pc:docMk/>
            <pc:sldMk cId="1412920239" sldId="258"/>
            <ac:grpSpMk id="30" creationId="{5C0B4FC7-7B62-1B3A-4334-7E5F87FEB12C}"/>
          </ac:grpSpMkLst>
        </pc:grpChg>
      </pc:sldChg>
      <pc:sldChg chg="addSp delSp modSp del mod">
        <pc:chgData name="Lucy Brown" userId="5e70d7ba-06ec-45ef-a5a6-41eac0ce51e1" providerId="ADAL" clId="{1CF1899D-8AC2-4C5B-848A-1F204C177D0B}" dt="2024-11-27T14:20:10.130" v="6261" actId="2696"/>
        <pc:sldMkLst>
          <pc:docMk/>
          <pc:sldMk cId="2531674399" sldId="265"/>
        </pc:sldMkLst>
        <pc:spChg chg="del">
          <ac:chgData name="Lucy Brown" userId="5e70d7ba-06ec-45ef-a5a6-41eac0ce51e1" providerId="ADAL" clId="{1CF1899D-8AC2-4C5B-848A-1F204C177D0B}" dt="2024-11-12T11:59:04.185" v="3437" actId="478"/>
          <ac:spMkLst>
            <pc:docMk/>
            <pc:sldMk cId="2531674399" sldId="265"/>
            <ac:spMk id="8" creationId="{EFE19CFF-A944-0E93-7A69-6B793C30F420}"/>
          </ac:spMkLst>
        </pc:spChg>
        <pc:spChg chg="add mod">
          <ac:chgData name="Lucy Brown" userId="5e70d7ba-06ec-45ef-a5a6-41eac0ce51e1" providerId="ADAL" clId="{1CF1899D-8AC2-4C5B-848A-1F204C177D0B}" dt="2024-11-12T11:59:05.006" v="3438"/>
          <ac:spMkLst>
            <pc:docMk/>
            <pc:sldMk cId="2531674399" sldId="265"/>
            <ac:spMk id="9" creationId="{C50B0684-24B2-4352-AE9F-187B3B351383}"/>
          </ac:spMkLst>
        </pc:spChg>
      </pc:sldChg>
      <pc:sldChg chg="addSp delSp modSp mod ord">
        <pc:chgData name="Lucy Brown" userId="5e70d7ba-06ec-45ef-a5a6-41eac0ce51e1" providerId="ADAL" clId="{1CF1899D-8AC2-4C5B-848A-1F204C177D0B}" dt="2024-11-27T14:22:00.364" v="6267"/>
        <pc:sldMkLst>
          <pc:docMk/>
          <pc:sldMk cId="3203175545" sldId="266"/>
        </pc:sldMkLst>
        <pc:spChg chg="del">
          <ac:chgData name="Lucy Brown" userId="5e70d7ba-06ec-45ef-a5a6-41eac0ce51e1" providerId="ADAL" clId="{1CF1899D-8AC2-4C5B-848A-1F204C177D0B}" dt="2024-11-12T11:58:27.861" v="3423" actId="478"/>
          <ac:spMkLst>
            <pc:docMk/>
            <pc:sldMk cId="3203175545" sldId="266"/>
            <ac:spMk id="2" creationId="{0791D61D-2D36-6BDD-8242-3C136224BA48}"/>
          </ac:spMkLst>
        </pc:spChg>
        <pc:spChg chg="add mod">
          <ac:chgData name="Lucy Brown" userId="5e70d7ba-06ec-45ef-a5a6-41eac0ce51e1" providerId="ADAL" clId="{1CF1899D-8AC2-4C5B-848A-1F204C177D0B}" dt="2024-11-18T18:20:22.202" v="3489"/>
          <ac:spMkLst>
            <pc:docMk/>
            <pc:sldMk cId="3203175545" sldId="266"/>
            <ac:spMk id="2" creationId="{13A322C1-8875-A601-5218-98EEBAD64F5F}"/>
          </ac:spMkLst>
        </pc:spChg>
        <pc:spChg chg="add mod">
          <ac:chgData name="Lucy Brown" userId="5e70d7ba-06ec-45ef-a5a6-41eac0ce51e1" providerId="ADAL" clId="{1CF1899D-8AC2-4C5B-848A-1F204C177D0B}" dt="2024-11-12T11:58:28.838" v="3424"/>
          <ac:spMkLst>
            <pc:docMk/>
            <pc:sldMk cId="3203175545" sldId="266"/>
            <ac:spMk id="3" creationId="{07509316-09E9-587B-AA70-F5C51D624F99}"/>
          </ac:spMkLst>
        </pc:spChg>
      </pc:sldChg>
      <pc:sldChg chg="addSp delSp modSp mod ord">
        <pc:chgData name="Lucy Brown" userId="5e70d7ba-06ec-45ef-a5a6-41eac0ce51e1" providerId="ADAL" clId="{1CF1899D-8AC2-4C5B-848A-1F204C177D0B}" dt="2024-11-27T14:13:14.379" v="6221" actId="1076"/>
        <pc:sldMkLst>
          <pc:docMk/>
          <pc:sldMk cId="2500839342" sldId="267"/>
        </pc:sldMkLst>
        <pc:spChg chg="mod">
          <ac:chgData name="Lucy Brown" userId="5e70d7ba-06ec-45ef-a5a6-41eac0ce51e1" providerId="ADAL" clId="{1CF1899D-8AC2-4C5B-848A-1F204C177D0B}" dt="2024-11-18T18:52:16.770" v="3521" actId="20577"/>
          <ac:spMkLst>
            <pc:docMk/>
            <pc:sldMk cId="2500839342" sldId="267"/>
            <ac:spMk id="3" creationId="{0CB1ED65-A70D-4EB3-7554-F4CFDC17AE49}"/>
          </ac:spMkLst>
        </pc:spChg>
        <pc:spChg chg="add mod">
          <ac:chgData name="Lucy Brown" userId="5e70d7ba-06ec-45ef-a5a6-41eac0ce51e1" providerId="ADAL" clId="{1CF1899D-8AC2-4C5B-848A-1F204C177D0B}" dt="2024-11-20T14:10:10.813" v="4555" actId="20577"/>
          <ac:spMkLst>
            <pc:docMk/>
            <pc:sldMk cId="2500839342" sldId="267"/>
            <ac:spMk id="7" creationId="{3D531FD8-5858-7E89-B19D-7BF26AA46DCF}"/>
          </ac:spMkLst>
        </pc:spChg>
        <pc:spChg chg="add mod">
          <ac:chgData name="Lucy Brown" userId="5e70d7ba-06ec-45ef-a5a6-41eac0ce51e1" providerId="ADAL" clId="{1CF1899D-8AC2-4C5B-848A-1F204C177D0B}" dt="2024-11-20T14:08:21.444" v="4517" actId="20577"/>
          <ac:spMkLst>
            <pc:docMk/>
            <pc:sldMk cId="2500839342" sldId="267"/>
            <ac:spMk id="8" creationId="{7A7DFF58-0850-491C-7757-581B0F4E83A7}"/>
          </ac:spMkLst>
        </pc:spChg>
        <pc:spChg chg="add mod">
          <ac:chgData name="Lucy Brown" userId="5e70d7ba-06ec-45ef-a5a6-41eac0ce51e1" providerId="ADAL" clId="{1CF1899D-8AC2-4C5B-848A-1F204C177D0B}" dt="2024-11-27T14:13:14.379" v="6221" actId="1076"/>
          <ac:spMkLst>
            <pc:docMk/>
            <pc:sldMk cId="2500839342" sldId="267"/>
            <ac:spMk id="9" creationId="{0886102F-6195-5CB5-953F-003FE61E2BED}"/>
          </ac:spMkLst>
        </pc:spChg>
        <pc:spChg chg="del">
          <ac:chgData name="Lucy Brown" userId="5e70d7ba-06ec-45ef-a5a6-41eac0ce51e1" providerId="ADAL" clId="{1CF1899D-8AC2-4C5B-848A-1F204C177D0B}" dt="2024-11-12T11:58:32.320" v="3425" actId="478"/>
          <ac:spMkLst>
            <pc:docMk/>
            <pc:sldMk cId="2500839342" sldId="267"/>
            <ac:spMk id="9" creationId="{7C15086D-C111-2A72-3A19-4ED7B2AB919C}"/>
          </ac:spMkLst>
        </pc:spChg>
        <pc:spChg chg="add mod">
          <ac:chgData name="Lucy Brown" userId="5e70d7ba-06ec-45ef-a5a6-41eac0ce51e1" providerId="ADAL" clId="{1CF1899D-8AC2-4C5B-848A-1F204C177D0B}" dt="2024-11-12T11:58:33.205" v="3426"/>
          <ac:spMkLst>
            <pc:docMk/>
            <pc:sldMk cId="2500839342" sldId="267"/>
            <ac:spMk id="10" creationId="{76C045BE-FC72-488B-F870-1A4C9662B3C0}"/>
          </ac:spMkLst>
        </pc:spChg>
        <pc:picChg chg="add mod">
          <ac:chgData name="Lucy Brown" userId="5e70d7ba-06ec-45ef-a5a6-41eac0ce51e1" providerId="ADAL" clId="{1CF1899D-8AC2-4C5B-848A-1F204C177D0B}" dt="2024-11-27T14:12:55.324" v="6218" actId="14100"/>
          <ac:picMkLst>
            <pc:docMk/>
            <pc:sldMk cId="2500839342" sldId="267"/>
            <ac:picMk id="6" creationId="{14C97DAC-099E-C1BE-CF92-BA7DCF0B0930}"/>
          </ac:picMkLst>
        </pc:picChg>
      </pc:sldChg>
      <pc:sldChg chg="addSp delSp modSp del mod ord">
        <pc:chgData name="Lucy Brown" userId="5e70d7ba-06ec-45ef-a5a6-41eac0ce51e1" providerId="ADAL" clId="{1CF1899D-8AC2-4C5B-848A-1F204C177D0B}" dt="2024-11-20T14:12:35.718" v="4579" actId="2696"/>
        <pc:sldMkLst>
          <pc:docMk/>
          <pc:sldMk cId="3490347219" sldId="268"/>
        </pc:sldMkLst>
        <pc:spChg chg="mod">
          <ac:chgData name="Lucy Brown" userId="5e70d7ba-06ec-45ef-a5a6-41eac0ce51e1" providerId="ADAL" clId="{1CF1899D-8AC2-4C5B-848A-1F204C177D0B}" dt="2024-11-11T19:29:34.609" v="125" actId="20577"/>
          <ac:spMkLst>
            <pc:docMk/>
            <pc:sldMk cId="3490347219" sldId="268"/>
            <ac:spMk id="3" creationId="{8566FF1C-B627-6CA0-B975-6E2CDA0393A1}"/>
          </ac:spMkLst>
        </pc:spChg>
        <pc:spChg chg="del">
          <ac:chgData name="Lucy Brown" userId="5e70d7ba-06ec-45ef-a5a6-41eac0ce51e1" providerId="ADAL" clId="{1CF1899D-8AC2-4C5B-848A-1F204C177D0B}" dt="2024-11-12T11:58:48.119" v="3431" actId="478"/>
          <ac:spMkLst>
            <pc:docMk/>
            <pc:sldMk cId="3490347219" sldId="268"/>
            <ac:spMk id="7" creationId="{C47C5F54-115C-ED1C-5655-0F8C342C055D}"/>
          </ac:spMkLst>
        </pc:spChg>
        <pc:spChg chg="add mod">
          <ac:chgData name="Lucy Brown" userId="5e70d7ba-06ec-45ef-a5a6-41eac0ce51e1" providerId="ADAL" clId="{1CF1899D-8AC2-4C5B-848A-1F204C177D0B}" dt="2024-11-12T11:58:49.189" v="3432"/>
          <ac:spMkLst>
            <pc:docMk/>
            <pc:sldMk cId="3490347219" sldId="268"/>
            <ac:spMk id="8" creationId="{57700184-45AC-CBFE-0D6F-1548F7E7839C}"/>
          </ac:spMkLst>
        </pc:spChg>
        <pc:picChg chg="add mod">
          <ac:chgData name="Lucy Brown" userId="5e70d7ba-06ec-45ef-a5a6-41eac0ce51e1" providerId="ADAL" clId="{1CF1899D-8AC2-4C5B-848A-1F204C177D0B}" dt="2024-11-11T19:29:34.908" v="126" actId="1076"/>
          <ac:picMkLst>
            <pc:docMk/>
            <pc:sldMk cId="3490347219" sldId="268"/>
            <ac:picMk id="6" creationId="{783D1585-13E1-F546-03DB-9FE953DFB082}"/>
          </ac:picMkLst>
        </pc:picChg>
      </pc:sldChg>
      <pc:sldChg chg="addSp delSp modSp mod ord">
        <pc:chgData name="Lucy Brown" userId="5e70d7ba-06ec-45ef-a5a6-41eac0ce51e1" providerId="ADAL" clId="{1CF1899D-8AC2-4C5B-848A-1F204C177D0B}" dt="2024-11-28T14:49:42.551" v="7075" actId="1076"/>
        <pc:sldMkLst>
          <pc:docMk/>
          <pc:sldMk cId="2438605962" sldId="269"/>
        </pc:sldMkLst>
        <pc:spChg chg="del">
          <ac:chgData name="Lucy Brown" userId="5e70d7ba-06ec-45ef-a5a6-41eac0ce51e1" providerId="ADAL" clId="{1CF1899D-8AC2-4C5B-848A-1F204C177D0B}" dt="2024-11-12T11:58:38.293" v="3427" actId="478"/>
          <ac:spMkLst>
            <pc:docMk/>
            <pc:sldMk cId="2438605962" sldId="269"/>
            <ac:spMk id="2" creationId="{1554F4AD-A145-D451-BF60-37F465C1001B}"/>
          </ac:spMkLst>
        </pc:spChg>
        <pc:spChg chg="add mod">
          <ac:chgData name="Lucy Brown" userId="5e70d7ba-06ec-45ef-a5a6-41eac0ce51e1" providerId="ADAL" clId="{1CF1899D-8AC2-4C5B-848A-1F204C177D0B}" dt="2024-11-28T14:26:46.513" v="6639" actId="692"/>
          <ac:spMkLst>
            <pc:docMk/>
            <pc:sldMk cId="2438605962" sldId="269"/>
            <ac:spMk id="2" creationId="{93B6AE7B-A885-EB12-8FA4-1194F5EB01F8}"/>
          </ac:spMkLst>
        </pc:spChg>
        <pc:spChg chg="add mod">
          <ac:chgData name="Lucy Brown" userId="5e70d7ba-06ec-45ef-a5a6-41eac0ce51e1" providerId="ADAL" clId="{1CF1899D-8AC2-4C5B-848A-1F204C177D0B}" dt="2024-11-12T11:58:39.144" v="3428"/>
          <ac:spMkLst>
            <pc:docMk/>
            <pc:sldMk cId="2438605962" sldId="269"/>
            <ac:spMk id="3" creationId="{F716A1A3-9078-FC1A-66D0-27632E3D9DCD}"/>
          </ac:spMkLst>
        </pc:spChg>
        <pc:spChg chg="mod">
          <ac:chgData name="Lucy Brown" userId="5e70d7ba-06ec-45ef-a5a6-41eac0ce51e1" providerId="ADAL" clId="{1CF1899D-8AC2-4C5B-848A-1F204C177D0B}" dt="2024-11-12T11:47:14.409" v="2606" actId="1076"/>
          <ac:spMkLst>
            <pc:docMk/>
            <pc:sldMk cId="2438605962" sldId="269"/>
            <ac:spMk id="7" creationId="{FDA65FC0-B214-DAE2-693B-FE1485F5EDB5}"/>
          </ac:spMkLst>
        </pc:spChg>
        <pc:spChg chg="mod">
          <ac:chgData name="Lucy Brown" userId="5e70d7ba-06ec-45ef-a5a6-41eac0ce51e1" providerId="ADAL" clId="{1CF1899D-8AC2-4C5B-848A-1F204C177D0B}" dt="2024-11-27T14:23:59.211" v="6276"/>
          <ac:spMkLst>
            <pc:docMk/>
            <pc:sldMk cId="2438605962" sldId="269"/>
            <ac:spMk id="8" creationId="{748DFB4D-3681-7B70-39DE-E2D1A5565F5F}"/>
          </ac:spMkLst>
        </pc:spChg>
        <pc:spChg chg="add mod">
          <ac:chgData name="Lucy Brown" userId="5e70d7ba-06ec-45ef-a5a6-41eac0ce51e1" providerId="ADAL" clId="{1CF1899D-8AC2-4C5B-848A-1F204C177D0B}" dt="2024-11-28T14:27:27.688" v="6642" actId="1076"/>
          <ac:spMkLst>
            <pc:docMk/>
            <pc:sldMk cId="2438605962" sldId="269"/>
            <ac:spMk id="8" creationId="{A1DB600D-E016-7F85-679F-D839FCCC38A4}"/>
          </ac:spMkLst>
        </pc:spChg>
        <pc:spChg chg="add mod">
          <ac:chgData name="Lucy Brown" userId="5e70d7ba-06ec-45ef-a5a6-41eac0ce51e1" providerId="ADAL" clId="{1CF1899D-8AC2-4C5B-848A-1F204C177D0B}" dt="2024-11-28T14:35:59.367" v="6887" actId="1076"/>
          <ac:spMkLst>
            <pc:docMk/>
            <pc:sldMk cId="2438605962" sldId="269"/>
            <ac:spMk id="9" creationId="{338A53A5-5FD8-3C42-B6FD-45B0037B97C2}"/>
          </ac:spMkLst>
        </pc:spChg>
        <pc:spChg chg="mod">
          <ac:chgData name="Lucy Brown" userId="5e70d7ba-06ec-45ef-a5a6-41eac0ce51e1" providerId="ADAL" clId="{1CF1899D-8AC2-4C5B-848A-1F204C177D0B}" dt="2024-11-27T14:23:59.211" v="6276"/>
          <ac:spMkLst>
            <pc:docMk/>
            <pc:sldMk cId="2438605962" sldId="269"/>
            <ac:spMk id="9" creationId="{4CCE6336-E646-9505-B4DF-144700EFD3A2}"/>
          </ac:spMkLst>
        </pc:spChg>
        <pc:spChg chg="add mod">
          <ac:chgData name="Lucy Brown" userId="5e70d7ba-06ec-45ef-a5a6-41eac0ce51e1" providerId="ADAL" clId="{1CF1899D-8AC2-4C5B-848A-1F204C177D0B}" dt="2024-11-28T14:35:59.367" v="6887" actId="1076"/>
          <ac:spMkLst>
            <pc:docMk/>
            <pc:sldMk cId="2438605962" sldId="269"/>
            <ac:spMk id="10" creationId="{6B255D78-73A0-C943-D9A7-EDD3FD773327}"/>
          </ac:spMkLst>
        </pc:spChg>
        <pc:spChg chg="mod">
          <ac:chgData name="Lucy Brown" userId="5e70d7ba-06ec-45ef-a5a6-41eac0ce51e1" providerId="ADAL" clId="{1CF1899D-8AC2-4C5B-848A-1F204C177D0B}" dt="2024-11-27T14:23:59.211" v="6276"/>
          <ac:spMkLst>
            <pc:docMk/>
            <pc:sldMk cId="2438605962" sldId="269"/>
            <ac:spMk id="10" creationId="{F11C758E-A3F9-6019-092E-F1E0E002D0F7}"/>
          </ac:spMkLst>
        </pc:spChg>
        <pc:spChg chg="add mod">
          <ac:chgData name="Lucy Brown" userId="5e70d7ba-06ec-45ef-a5a6-41eac0ce51e1" providerId="ADAL" clId="{1CF1899D-8AC2-4C5B-848A-1F204C177D0B}" dt="2024-11-28T14:35:59.367" v="6887" actId="1076"/>
          <ac:spMkLst>
            <pc:docMk/>
            <pc:sldMk cId="2438605962" sldId="269"/>
            <ac:spMk id="11" creationId="{255F2CC7-C163-9FC3-548A-3099C0938A77}"/>
          </ac:spMkLst>
        </pc:spChg>
        <pc:spChg chg="mod">
          <ac:chgData name="Lucy Brown" userId="5e70d7ba-06ec-45ef-a5a6-41eac0ce51e1" providerId="ADAL" clId="{1CF1899D-8AC2-4C5B-848A-1F204C177D0B}" dt="2024-11-27T14:23:59.211" v="6276"/>
          <ac:spMkLst>
            <pc:docMk/>
            <pc:sldMk cId="2438605962" sldId="269"/>
            <ac:spMk id="11" creationId="{A7FF57E1-CED3-0CFD-F74E-A6DB587708B7}"/>
          </ac:spMkLst>
        </pc:spChg>
        <pc:spChg chg="add mod">
          <ac:chgData name="Lucy Brown" userId="5e70d7ba-06ec-45ef-a5a6-41eac0ce51e1" providerId="ADAL" clId="{1CF1899D-8AC2-4C5B-848A-1F204C177D0B}" dt="2024-11-28T14:35:59.367" v="6887" actId="1076"/>
          <ac:spMkLst>
            <pc:docMk/>
            <pc:sldMk cId="2438605962" sldId="269"/>
            <ac:spMk id="12" creationId="{55931039-3101-68D4-FE4C-DFA8F6D371F5}"/>
          </ac:spMkLst>
        </pc:spChg>
        <pc:spChg chg="mod">
          <ac:chgData name="Lucy Brown" userId="5e70d7ba-06ec-45ef-a5a6-41eac0ce51e1" providerId="ADAL" clId="{1CF1899D-8AC2-4C5B-848A-1F204C177D0B}" dt="2024-11-27T14:23:59.211" v="6276"/>
          <ac:spMkLst>
            <pc:docMk/>
            <pc:sldMk cId="2438605962" sldId="269"/>
            <ac:spMk id="12" creationId="{76E6C228-C0E2-3793-6076-AF3FF83F6560}"/>
          </ac:spMkLst>
        </pc:spChg>
        <pc:spChg chg="add del mod">
          <ac:chgData name="Lucy Brown" userId="5e70d7ba-06ec-45ef-a5a6-41eac0ce51e1" providerId="ADAL" clId="{1CF1899D-8AC2-4C5B-848A-1F204C177D0B}" dt="2024-11-28T14:32:53.775" v="6841"/>
          <ac:spMkLst>
            <pc:docMk/>
            <pc:sldMk cId="2438605962" sldId="269"/>
            <ac:spMk id="25" creationId="{0A4C138D-9198-EA7E-2C64-2376A26B0C55}"/>
          </ac:spMkLst>
        </pc:spChg>
        <pc:spChg chg="add mod">
          <ac:chgData name="Lucy Brown" userId="5e70d7ba-06ec-45ef-a5a6-41eac0ce51e1" providerId="ADAL" clId="{1CF1899D-8AC2-4C5B-848A-1F204C177D0B}" dt="2024-11-28T14:49:42.551" v="7075" actId="1076"/>
          <ac:spMkLst>
            <pc:docMk/>
            <pc:sldMk cId="2438605962" sldId="269"/>
            <ac:spMk id="26" creationId="{FEE809C2-C7C5-5131-BB1A-F4CFA5282361}"/>
          </ac:spMkLst>
        </pc:spChg>
        <pc:spChg chg="add mod">
          <ac:chgData name="Lucy Brown" userId="5e70d7ba-06ec-45ef-a5a6-41eac0ce51e1" providerId="ADAL" clId="{1CF1899D-8AC2-4C5B-848A-1F204C177D0B}" dt="2024-11-28T14:35:59.367" v="6887" actId="1076"/>
          <ac:spMkLst>
            <pc:docMk/>
            <pc:sldMk cId="2438605962" sldId="269"/>
            <ac:spMk id="27" creationId="{14FFBA8B-0479-B6A9-B375-855EB9DD5333}"/>
          </ac:spMkLst>
        </pc:spChg>
        <pc:spChg chg="add mod">
          <ac:chgData name="Lucy Brown" userId="5e70d7ba-06ec-45ef-a5a6-41eac0ce51e1" providerId="ADAL" clId="{1CF1899D-8AC2-4C5B-848A-1F204C177D0B}" dt="2024-11-28T14:35:59.367" v="6887" actId="1076"/>
          <ac:spMkLst>
            <pc:docMk/>
            <pc:sldMk cId="2438605962" sldId="269"/>
            <ac:spMk id="28" creationId="{7F10A892-9E43-6C14-5057-83038B0E9E4C}"/>
          </ac:spMkLst>
        </pc:spChg>
        <pc:spChg chg="add mod">
          <ac:chgData name="Lucy Brown" userId="5e70d7ba-06ec-45ef-a5a6-41eac0ce51e1" providerId="ADAL" clId="{1CF1899D-8AC2-4C5B-848A-1F204C177D0B}" dt="2024-11-28T14:35:59.367" v="6887" actId="1076"/>
          <ac:spMkLst>
            <pc:docMk/>
            <pc:sldMk cId="2438605962" sldId="269"/>
            <ac:spMk id="29" creationId="{2291F502-1DA8-0EFB-1B96-19A913EC65F2}"/>
          </ac:spMkLst>
        </pc:spChg>
        <pc:spChg chg="add mod">
          <ac:chgData name="Lucy Brown" userId="5e70d7ba-06ec-45ef-a5a6-41eac0ce51e1" providerId="ADAL" clId="{1CF1899D-8AC2-4C5B-848A-1F204C177D0B}" dt="2024-11-28T14:42:22.502" v="6992" actId="1076"/>
          <ac:spMkLst>
            <pc:docMk/>
            <pc:sldMk cId="2438605962" sldId="269"/>
            <ac:spMk id="30" creationId="{7E445F0D-8327-3BB9-7B9E-8EF66D56C654}"/>
          </ac:spMkLst>
        </pc:spChg>
        <pc:spChg chg="add mod">
          <ac:chgData name="Lucy Brown" userId="5e70d7ba-06ec-45ef-a5a6-41eac0ce51e1" providerId="ADAL" clId="{1CF1899D-8AC2-4C5B-848A-1F204C177D0B}" dt="2024-11-28T14:38:45.411" v="6938" actId="1076"/>
          <ac:spMkLst>
            <pc:docMk/>
            <pc:sldMk cId="2438605962" sldId="269"/>
            <ac:spMk id="31" creationId="{DF112306-E36C-9520-BB48-764467D498B1}"/>
          </ac:spMkLst>
        </pc:spChg>
        <pc:spChg chg="add mod">
          <ac:chgData name="Lucy Brown" userId="5e70d7ba-06ec-45ef-a5a6-41eac0ce51e1" providerId="ADAL" clId="{1CF1899D-8AC2-4C5B-848A-1F204C177D0B}" dt="2024-11-28T14:49:34.674" v="7074" actId="207"/>
          <ac:spMkLst>
            <pc:docMk/>
            <pc:sldMk cId="2438605962" sldId="269"/>
            <ac:spMk id="32" creationId="{6A0F8422-B4FB-E91B-366D-BDAF87EE2A4D}"/>
          </ac:spMkLst>
        </pc:spChg>
        <pc:spChg chg="add mod">
          <ac:chgData name="Lucy Brown" userId="5e70d7ba-06ec-45ef-a5a6-41eac0ce51e1" providerId="ADAL" clId="{1CF1899D-8AC2-4C5B-848A-1F204C177D0B}" dt="2024-11-28T14:49:23.165" v="7071" actId="207"/>
          <ac:spMkLst>
            <pc:docMk/>
            <pc:sldMk cId="2438605962" sldId="269"/>
            <ac:spMk id="36" creationId="{159D80F8-A6A9-ACE0-BBBB-9D292CB1CE85}"/>
          </ac:spMkLst>
        </pc:spChg>
        <pc:spChg chg="add mod">
          <ac:chgData name="Lucy Brown" userId="5e70d7ba-06ec-45ef-a5a6-41eac0ce51e1" providerId="ADAL" clId="{1CF1899D-8AC2-4C5B-848A-1F204C177D0B}" dt="2024-11-28T14:40:43.969" v="6972" actId="1076"/>
          <ac:spMkLst>
            <pc:docMk/>
            <pc:sldMk cId="2438605962" sldId="269"/>
            <ac:spMk id="37" creationId="{750A42B4-FFCD-139B-06D0-4DF0C761961A}"/>
          </ac:spMkLst>
        </pc:spChg>
        <pc:spChg chg="add mod">
          <ac:chgData name="Lucy Brown" userId="5e70d7ba-06ec-45ef-a5a6-41eac0ce51e1" providerId="ADAL" clId="{1CF1899D-8AC2-4C5B-848A-1F204C177D0B}" dt="2024-11-28T14:40:58.837" v="6975" actId="688"/>
          <ac:spMkLst>
            <pc:docMk/>
            <pc:sldMk cId="2438605962" sldId="269"/>
            <ac:spMk id="38" creationId="{46944FD9-C7FC-8C67-6DCD-9EA290C736F4}"/>
          </ac:spMkLst>
        </pc:spChg>
        <pc:spChg chg="add mod">
          <ac:chgData name="Lucy Brown" userId="5e70d7ba-06ec-45ef-a5a6-41eac0ce51e1" providerId="ADAL" clId="{1CF1899D-8AC2-4C5B-848A-1F204C177D0B}" dt="2024-11-28T14:43:01.185" v="7010" actId="1076"/>
          <ac:spMkLst>
            <pc:docMk/>
            <pc:sldMk cId="2438605962" sldId="269"/>
            <ac:spMk id="42" creationId="{BA9A4036-433A-45B0-1E40-4EBB73B863E7}"/>
          </ac:spMkLst>
        </pc:spChg>
        <pc:spChg chg="add mod">
          <ac:chgData name="Lucy Brown" userId="5e70d7ba-06ec-45ef-a5a6-41eac0ce51e1" providerId="ADAL" clId="{1CF1899D-8AC2-4C5B-848A-1F204C177D0B}" dt="2024-11-28T14:48:17.373" v="7057" actId="207"/>
          <ac:spMkLst>
            <pc:docMk/>
            <pc:sldMk cId="2438605962" sldId="269"/>
            <ac:spMk id="43" creationId="{3C774E6A-75AB-B259-894A-CDF71991CABE}"/>
          </ac:spMkLst>
        </pc:spChg>
        <pc:spChg chg="add mod">
          <ac:chgData name="Lucy Brown" userId="5e70d7ba-06ec-45ef-a5a6-41eac0ce51e1" providerId="ADAL" clId="{1CF1899D-8AC2-4C5B-848A-1F204C177D0B}" dt="2024-11-28T14:48:49.285" v="7066" actId="207"/>
          <ac:spMkLst>
            <pc:docMk/>
            <pc:sldMk cId="2438605962" sldId="269"/>
            <ac:spMk id="44" creationId="{4A7DDE7D-0DEC-D76E-BCC5-C86492DA7277}"/>
          </ac:spMkLst>
        </pc:spChg>
        <pc:spChg chg="add mod">
          <ac:chgData name="Lucy Brown" userId="5e70d7ba-06ec-45ef-a5a6-41eac0ce51e1" providerId="ADAL" clId="{1CF1899D-8AC2-4C5B-848A-1F204C177D0B}" dt="2024-11-28T14:49:30.788" v="7073" actId="207"/>
          <ac:spMkLst>
            <pc:docMk/>
            <pc:sldMk cId="2438605962" sldId="269"/>
            <ac:spMk id="45" creationId="{F51C6EB5-A2C1-4742-72AB-891D9B3F2085}"/>
          </ac:spMkLst>
        </pc:spChg>
        <pc:spChg chg="add mod">
          <ac:chgData name="Lucy Brown" userId="5e70d7ba-06ec-45ef-a5a6-41eac0ce51e1" providerId="ADAL" clId="{1CF1899D-8AC2-4C5B-848A-1F204C177D0B}" dt="2024-11-28T14:49:27.466" v="7072" actId="207"/>
          <ac:spMkLst>
            <pc:docMk/>
            <pc:sldMk cId="2438605962" sldId="269"/>
            <ac:spMk id="46" creationId="{F3CC0430-282B-7797-8285-4EDBDE435747}"/>
          </ac:spMkLst>
        </pc:spChg>
        <pc:spChg chg="add mod">
          <ac:chgData name="Lucy Brown" userId="5e70d7ba-06ec-45ef-a5a6-41eac0ce51e1" providerId="ADAL" clId="{1CF1899D-8AC2-4C5B-848A-1F204C177D0B}" dt="2024-11-28T14:48:36.038" v="7062" actId="207"/>
          <ac:spMkLst>
            <pc:docMk/>
            <pc:sldMk cId="2438605962" sldId="269"/>
            <ac:spMk id="47" creationId="{B90921CE-F2B9-F200-7401-5DCB6AD1A7D2}"/>
          </ac:spMkLst>
        </pc:spChg>
        <pc:spChg chg="add mod">
          <ac:chgData name="Lucy Brown" userId="5e70d7ba-06ec-45ef-a5a6-41eac0ce51e1" providerId="ADAL" clId="{1CF1899D-8AC2-4C5B-848A-1F204C177D0B}" dt="2024-11-28T14:48:39.819" v="7063" actId="207"/>
          <ac:spMkLst>
            <pc:docMk/>
            <pc:sldMk cId="2438605962" sldId="269"/>
            <ac:spMk id="48" creationId="{A33F2313-78B1-A93C-9844-D11C921795CD}"/>
          </ac:spMkLst>
        </pc:spChg>
        <pc:grpChg chg="add del mod">
          <ac:chgData name="Lucy Brown" userId="5e70d7ba-06ec-45ef-a5a6-41eac0ce51e1" providerId="ADAL" clId="{1CF1899D-8AC2-4C5B-848A-1F204C177D0B}" dt="2024-11-27T14:25:15.748" v="6292" actId="1076"/>
          <ac:grpSpMkLst>
            <pc:docMk/>
            <pc:sldMk cId="2438605962" sldId="269"/>
            <ac:grpSpMk id="2" creationId="{733684B7-3B38-25DE-E120-77AAF4507798}"/>
          </ac:grpSpMkLst>
        </pc:grpChg>
        <pc:picChg chg="del mod">
          <ac:chgData name="Lucy Brown" userId="5e70d7ba-06ec-45ef-a5a6-41eac0ce51e1" providerId="ADAL" clId="{1CF1899D-8AC2-4C5B-848A-1F204C177D0B}" dt="2024-11-28T14:23:14.735" v="6551" actId="478"/>
          <ac:picMkLst>
            <pc:docMk/>
            <pc:sldMk cId="2438605962" sldId="269"/>
            <ac:picMk id="6" creationId="{9E2E631B-DDDA-D6DE-3A26-599F0425023E}"/>
          </ac:picMkLst>
        </pc:picChg>
        <pc:picChg chg="add mod">
          <ac:chgData name="Lucy Brown" userId="5e70d7ba-06ec-45ef-a5a6-41eac0ce51e1" providerId="ADAL" clId="{1CF1899D-8AC2-4C5B-848A-1F204C177D0B}" dt="2024-11-28T14:37:36.533" v="6919" actId="1076"/>
          <ac:picMkLst>
            <pc:docMk/>
            <pc:sldMk cId="2438605962" sldId="269"/>
            <ac:picMk id="14" creationId="{E2ED2CCE-8694-761C-5C5A-DBC376A51A3D}"/>
          </ac:picMkLst>
        </pc:picChg>
        <pc:picChg chg="add mod">
          <ac:chgData name="Lucy Brown" userId="5e70d7ba-06ec-45ef-a5a6-41eac0ce51e1" providerId="ADAL" clId="{1CF1899D-8AC2-4C5B-848A-1F204C177D0B}" dt="2024-11-28T14:36:58.394" v="6905" actId="1076"/>
          <ac:picMkLst>
            <pc:docMk/>
            <pc:sldMk cId="2438605962" sldId="269"/>
            <ac:picMk id="15" creationId="{F401D2F8-128D-D51C-0694-6520AA61CD9D}"/>
          </ac:picMkLst>
        </pc:picChg>
        <pc:picChg chg="add mod">
          <ac:chgData name="Lucy Brown" userId="5e70d7ba-06ec-45ef-a5a6-41eac0ce51e1" providerId="ADAL" clId="{1CF1899D-8AC2-4C5B-848A-1F204C177D0B}" dt="2024-11-28T14:48:33.103" v="7061" actId="207"/>
          <ac:picMkLst>
            <pc:docMk/>
            <pc:sldMk cId="2438605962" sldId="269"/>
            <ac:picMk id="16" creationId="{8CDF49E5-9FED-3405-E3BA-1AE2FBC4B09D}"/>
          </ac:picMkLst>
        </pc:picChg>
        <pc:picChg chg="add mod">
          <ac:chgData name="Lucy Brown" userId="5e70d7ba-06ec-45ef-a5a6-41eac0ce51e1" providerId="ADAL" clId="{1CF1899D-8AC2-4C5B-848A-1F204C177D0B}" dt="2024-11-28T14:36:38.316" v="6901" actId="14100"/>
          <ac:picMkLst>
            <pc:docMk/>
            <pc:sldMk cId="2438605962" sldId="269"/>
            <ac:picMk id="17" creationId="{7CE80774-3A9E-8C02-4E98-74419F9D1521}"/>
          </ac:picMkLst>
        </pc:picChg>
        <pc:picChg chg="add mod">
          <ac:chgData name="Lucy Brown" userId="5e70d7ba-06ec-45ef-a5a6-41eac0ce51e1" providerId="ADAL" clId="{1CF1899D-8AC2-4C5B-848A-1F204C177D0B}" dt="2024-11-28T14:48:30.953" v="7060" actId="207"/>
          <ac:picMkLst>
            <pc:docMk/>
            <pc:sldMk cId="2438605962" sldId="269"/>
            <ac:picMk id="18" creationId="{9B2D726E-C294-CA2C-5C14-58E4A68BC90F}"/>
          </ac:picMkLst>
        </pc:picChg>
        <pc:picChg chg="add mod">
          <ac:chgData name="Lucy Brown" userId="5e70d7ba-06ec-45ef-a5a6-41eac0ce51e1" providerId="ADAL" clId="{1CF1899D-8AC2-4C5B-848A-1F204C177D0B}" dt="2024-11-28T14:35:59.367" v="6887" actId="1076"/>
          <ac:picMkLst>
            <pc:docMk/>
            <pc:sldMk cId="2438605962" sldId="269"/>
            <ac:picMk id="19" creationId="{E4EADB28-AB1A-9818-A531-685BDC9BED69}"/>
          </ac:picMkLst>
        </pc:picChg>
        <pc:picChg chg="add mod">
          <ac:chgData name="Lucy Brown" userId="5e70d7ba-06ec-45ef-a5a6-41eac0ce51e1" providerId="ADAL" clId="{1CF1899D-8AC2-4C5B-848A-1F204C177D0B}" dt="2024-11-28T14:35:59.367" v="6887" actId="1076"/>
          <ac:picMkLst>
            <pc:docMk/>
            <pc:sldMk cId="2438605962" sldId="269"/>
            <ac:picMk id="20" creationId="{8C083E5C-942A-568F-CF63-FB9774BD06BD}"/>
          </ac:picMkLst>
        </pc:picChg>
        <pc:picChg chg="add mod">
          <ac:chgData name="Lucy Brown" userId="5e70d7ba-06ec-45ef-a5a6-41eac0ce51e1" providerId="ADAL" clId="{1CF1899D-8AC2-4C5B-848A-1F204C177D0B}" dt="2024-11-28T14:49:03.210" v="7067" actId="207"/>
          <ac:picMkLst>
            <pc:docMk/>
            <pc:sldMk cId="2438605962" sldId="269"/>
            <ac:picMk id="21" creationId="{AA788A2B-4674-A9FC-6496-84C7F34862E6}"/>
          </ac:picMkLst>
        </pc:picChg>
        <pc:picChg chg="add mod">
          <ac:chgData name="Lucy Brown" userId="5e70d7ba-06ec-45ef-a5a6-41eac0ce51e1" providerId="ADAL" clId="{1CF1899D-8AC2-4C5B-848A-1F204C177D0B}" dt="2024-11-28T14:35:59.367" v="6887" actId="1076"/>
          <ac:picMkLst>
            <pc:docMk/>
            <pc:sldMk cId="2438605962" sldId="269"/>
            <ac:picMk id="23" creationId="{64620201-6E90-A7B4-83DE-CA22A0C3298D}"/>
          </ac:picMkLst>
        </pc:picChg>
        <pc:picChg chg="add mod">
          <ac:chgData name="Lucy Brown" userId="5e70d7ba-06ec-45ef-a5a6-41eac0ce51e1" providerId="ADAL" clId="{1CF1899D-8AC2-4C5B-848A-1F204C177D0B}" dt="2024-11-28T14:35:59.367" v="6887" actId="1076"/>
          <ac:picMkLst>
            <pc:docMk/>
            <pc:sldMk cId="2438605962" sldId="269"/>
            <ac:picMk id="24" creationId="{FB4A9A21-B74C-7AFF-4EE3-2D06EC389CE4}"/>
          </ac:picMkLst>
        </pc:picChg>
        <pc:picChg chg="add mod">
          <ac:chgData name="Lucy Brown" userId="5e70d7ba-06ec-45ef-a5a6-41eac0ce51e1" providerId="ADAL" clId="{1CF1899D-8AC2-4C5B-848A-1F204C177D0B}" dt="2024-11-28T14:49:15.628" v="7070" actId="207"/>
          <ac:picMkLst>
            <pc:docMk/>
            <pc:sldMk cId="2438605962" sldId="269"/>
            <ac:picMk id="33" creationId="{B1C7293D-C30C-6D66-EB2A-570D162D018C}"/>
          </ac:picMkLst>
        </pc:picChg>
        <pc:picChg chg="add mod">
          <ac:chgData name="Lucy Brown" userId="5e70d7ba-06ec-45ef-a5a6-41eac0ce51e1" providerId="ADAL" clId="{1CF1899D-8AC2-4C5B-848A-1F204C177D0B}" dt="2024-11-28T14:49:13.147" v="7069" actId="207"/>
          <ac:picMkLst>
            <pc:docMk/>
            <pc:sldMk cId="2438605962" sldId="269"/>
            <ac:picMk id="34" creationId="{8577E22B-13DC-A6B7-D2ED-D99BDC6D5A0B}"/>
          </ac:picMkLst>
        </pc:picChg>
        <pc:picChg chg="add mod">
          <ac:chgData name="Lucy Brown" userId="5e70d7ba-06ec-45ef-a5a6-41eac0ce51e1" providerId="ADAL" clId="{1CF1899D-8AC2-4C5B-848A-1F204C177D0B}" dt="2024-11-28T14:49:10.125" v="7068" actId="207"/>
          <ac:picMkLst>
            <pc:docMk/>
            <pc:sldMk cId="2438605962" sldId="269"/>
            <ac:picMk id="35" creationId="{1DAA0966-068F-C849-BA90-FF14884CFEF6}"/>
          </ac:picMkLst>
        </pc:picChg>
        <pc:picChg chg="add mod">
          <ac:chgData name="Lucy Brown" userId="5e70d7ba-06ec-45ef-a5a6-41eac0ce51e1" providerId="ADAL" clId="{1CF1899D-8AC2-4C5B-848A-1F204C177D0B}" dt="2024-11-28T14:48:24.750" v="7058" actId="207"/>
          <ac:picMkLst>
            <pc:docMk/>
            <pc:sldMk cId="2438605962" sldId="269"/>
            <ac:picMk id="39" creationId="{A4E4337F-2A7E-8834-D536-8656420BD770}"/>
          </ac:picMkLst>
        </pc:picChg>
        <pc:picChg chg="add mod">
          <ac:chgData name="Lucy Brown" userId="5e70d7ba-06ec-45ef-a5a6-41eac0ce51e1" providerId="ADAL" clId="{1CF1899D-8AC2-4C5B-848A-1F204C177D0B}" dt="2024-11-28T14:48:27.766" v="7059" actId="207"/>
          <ac:picMkLst>
            <pc:docMk/>
            <pc:sldMk cId="2438605962" sldId="269"/>
            <ac:picMk id="40" creationId="{142DD240-FB73-1687-040D-62E07C684636}"/>
          </ac:picMkLst>
        </pc:picChg>
        <pc:picChg chg="add mod">
          <ac:chgData name="Lucy Brown" userId="5e70d7ba-06ec-45ef-a5a6-41eac0ce51e1" providerId="ADAL" clId="{1CF1899D-8AC2-4C5B-848A-1F204C177D0B}" dt="2024-11-28T14:42:00.526" v="6991" actId="1076"/>
          <ac:picMkLst>
            <pc:docMk/>
            <pc:sldMk cId="2438605962" sldId="269"/>
            <ac:picMk id="41" creationId="{1CC1991E-4959-891F-8452-E1D2323924F8}"/>
          </ac:picMkLst>
        </pc:picChg>
      </pc:sldChg>
      <pc:sldChg chg="addSp delSp modSp mod">
        <pc:chgData name="Lucy Brown" userId="5e70d7ba-06ec-45ef-a5a6-41eac0ce51e1" providerId="ADAL" clId="{1CF1899D-8AC2-4C5B-848A-1F204C177D0B}" dt="2024-11-27T14:16:14.897" v="6237" actId="1076"/>
        <pc:sldMkLst>
          <pc:docMk/>
          <pc:sldMk cId="3270519975" sldId="270"/>
        </pc:sldMkLst>
        <pc:spChg chg="del mod">
          <ac:chgData name="Lucy Brown" userId="5e70d7ba-06ec-45ef-a5a6-41eac0ce51e1" providerId="ADAL" clId="{1CF1899D-8AC2-4C5B-848A-1F204C177D0B}" dt="2024-11-18T15:30:43.224" v="3443" actId="478"/>
          <ac:spMkLst>
            <pc:docMk/>
            <pc:sldMk cId="3270519975" sldId="270"/>
            <ac:spMk id="2" creationId="{2230E142-3BE8-C534-B7DF-520B2B129AB8}"/>
          </ac:spMkLst>
        </pc:spChg>
        <pc:spChg chg="add mod">
          <ac:chgData name="Lucy Brown" userId="5e70d7ba-06ec-45ef-a5a6-41eac0ce51e1" providerId="ADAL" clId="{1CF1899D-8AC2-4C5B-848A-1F204C177D0B}" dt="2024-11-27T14:16:10.961" v="6236" actId="1076"/>
          <ac:spMkLst>
            <pc:docMk/>
            <pc:sldMk cId="3270519975" sldId="270"/>
            <ac:spMk id="3" creationId="{227BC776-80E1-AA93-5B46-4FD0E0878EDB}"/>
          </ac:spMkLst>
        </pc:spChg>
        <pc:spChg chg="del">
          <ac:chgData name="Lucy Brown" userId="5e70d7ba-06ec-45ef-a5a6-41eac0ce51e1" providerId="ADAL" clId="{1CF1899D-8AC2-4C5B-848A-1F204C177D0B}" dt="2024-11-11T19:25:22.184" v="112" actId="478"/>
          <ac:spMkLst>
            <pc:docMk/>
            <pc:sldMk cId="3270519975" sldId="270"/>
            <ac:spMk id="3" creationId="{290AF67C-015E-2BFF-E86A-1A134A70499F}"/>
          </ac:spMkLst>
        </pc:spChg>
        <pc:spChg chg="add del mod">
          <ac:chgData name="Lucy Brown" userId="5e70d7ba-06ec-45ef-a5a6-41eac0ce51e1" providerId="ADAL" clId="{1CF1899D-8AC2-4C5B-848A-1F204C177D0B}" dt="2024-11-18T15:30:46.095" v="3444" actId="478"/>
          <ac:spMkLst>
            <pc:docMk/>
            <pc:sldMk cId="3270519975" sldId="270"/>
            <ac:spMk id="6" creationId="{06CB1E26-8DB7-FE5D-104F-CDC5B251ACC5}"/>
          </ac:spMkLst>
        </pc:spChg>
        <pc:spChg chg="add mod">
          <ac:chgData name="Lucy Brown" userId="5e70d7ba-06ec-45ef-a5a6-41eac0ce51e1" providerId="ADAL" clId="{1CF1899D-8AC2-4C5B-848A-1F204C177D0B}" dt="2024-11-27T14:16:14.897" v="6237" actId="1076"/>
          <ac:spMkLst>
            <pc:docMk/>
            <pc:sldMk cId="3270519975" sldId="270"/>
            <ac:spMk id="6" creationId="{8FE8E7EB-587A-05A2-3D34-02556BA6D173}"/>
          </ac:spMkLst>
        </pc:spChg>
        <pc:spChg chg="del">
          <ac:chgData name="Lucy Brown" userId="5e70d7ba-06ec-45ef-a5a6-41eac0ce51e1" providerId="ADAL" clId="{1CF1899D-8AC2-4C5B-848A-1F204C177D0B}" dt="2024-11-12T11:58:54.359" v="3433" actId="478"/>
          <ac:spMkLst>
            <pc:docMk/>
            <pc:sldMk cId="3270519975" sldId="270"/>
            <ac:spMk id="6" creationId="{E1285931-3F8D-A567-0E82-CB50FC18AEBD}"/>
          </ac:spMkLst>
        </pc:spChg>
        <pc:spChg chg="add mod">
          <ac:chgData name="Lucy Brown" userId="5e70d7ba-06ec-45ef-a5a6-41eac0ce51e1" providerId="ADAL" clId="{1CF1899D-8AC2-4C5B-848A-1F204C177D0B}" dt="2024-11-12T11:58:55.271" v="3434"/>
          <ac:spMkLst>
            <pc:docMk/>
            <pc:sldMk cId="3270519975" sldId="270"/>
            <ac:spMk id="7" creationId="{FB90A2AC-AB95-CAB0-EB6A-5EB7AF7BF131}"/>
          </ac:spMkLst>
        </pc:spChg>
        <pc:spChg chg="add del mod">
          <ac:chgData name="Lucy Brown" userId="5e70d7ba-06ec-45ef-a5a6-41eac0ce51e1" providerId="ADAL" clId="{1CF1899D-8AC2-4C5B-848A-1F204C177D0B}" dt="2024-11-26T14:16:04.094" v="5423" actId="478"/>
          <ac:spMkLst>
            <pc:docMk/>
            <pc:sldMk cId="3270519975" sldId="270"/>
            <ac:spMk id="8" creationId="{042451C8-9B96-208E-4CF7-439EC9D338E7}"/>
          </ac:spMkLst>
        </pc:spChg>
        <pc:spChg chg="add del mod">
          <ac:chgData name="Lucy Brown" userId="5e70d7ba-06ec-45ef-a5a6-41eac0ce51e1" providerId="ADAL" clId="{1CF1899D-8AC2-4C5B-848A-1F204C177D0B}" dt="2024-11-26T14:40:22.364" v="6180" actId="478"/>
          <ac:spMkLst>
            <pc:docMk/>
            <pc:sldMk cId="3270519975" sldId="270"/>
            <ac:spMk id="10" creationId="{DFE89DD1-98FD-EF04-ADAE-FB058DBE69A8}"/>
          </ac:spMkLst>
        </pc:spChg>
        <pc:spChg chg="add del mod">
          <ac:chgData name="Lucy Brown" userId="5e70d7ba-06ec-45ef-a5a6-41eac0ce51e1" providerId="ADAL" clId="{1CF1899D-8AC2-4C5B-848A-1F204C177D0B}" dt="2024-11-26T14:16:01.919" v="5422" actId="478"/>
          <ac:spMkLst>
            <pc:docMk/>
            <pc:sldMk cId="3270519975" sldId="270"/>
            <ac:spMk id="11" creationId="{14E75C8D-4023-7D06-178D-40A1A783F5BD}"/>
          </ac:spMkLst>
        </pc:spChg>
        <pc:spChg chg="add del mod">
          <ac:chgData name="Lucy Brown" userId="5e70d7ba-06ec-45ef-a5a6-41eac0ce51e1" providerId="ADAL" clId="{1CF1899D-8AC2-4C5B-848A-1F204C177D0B}" dt="2024-11-27T14:16:00.656" v="6233" actId="478"/>
          <ac:spMkLst>
            <pc:docMk/>
            <pc:sldMk cId="3270519975" sldId="270"/>
            <ac:spMk id="29" creationId="{A910D045-9252-1DAA-569F-D3C0E5F7D08C}"/>
          </ac:spMkLst>
        </pc:spChg>
        <pc:spChg chg="add del mod">
          <ac:chgData name="Lucy Brown" userId="5e70d7ba-06ec-45ef-a5a6-41eac0ce51e1" providerId="ADAL" clId="{1CF1899D-8AC2-4C5B-848A-1F204C177D0B}" dt="2024-11-26T14:40:24.490" v="6181" actId="478"/>
          <ac:spMkLst>
            <pc:docMk/>
            <pc:sldMk cId="3270519975" sldId="270"/>
            <ac:spMk id="31" creationId="{B577188A-3986-7E73-3968-30CD9ED6485B}"/>
          </ac:spMkLst>
        </pc:spChg>
        <pc:picChg chg="add del mod modCrop">
          <ac:chgData name="Lucy Brown" userId="5e70d7ba-06ec-45ef-a5a6-41eac0ce51e1" providerId="ADAL" clId="{1CF1899D-8AC2-4C5B-848A-1F204C177D0B}" dt="2024-11-24T15:56:08.639" v="4864" actId="478"/>
          <ac:picMkLst>
            <pc:docMk/>
            <pc:sldMk cId="3270519975" sldId="270"/>
            <ac:picMk id="2" creationId="{AEC512F0-8003-221E-387F-AFBB883CCD6E}"/>
          </ac:picMkLst>
        </pc:picChg>
        <pc:picChg chg="add del mod modCrop">
          <ac:chgData name="Lucy Brown" userId="5e70d7ba-06ec-45ef-a5a6-41eac0ce51e1" providerId="ADAL" clId="{1CF1899D-8AC2-4C5B-848A-1F204C177D0B}" dt="2024-11-24T15:55:21.535" v="4853" actId="478"/>
          <ac:picMkLst>
            <pc:docMk/>
            <pc:sldMk cId="3270519975" sldId="270"/>
            <ac:picMk id="9" creationId="{97613286-5E1F-FA68-52AA-25A7E1FC96C7}"/>
          </ac:picMkLst>
        </pc:picChg>
        <pc:picChg chg="add del mod">
          <ac:chgData name="Lucy Brown" userId="5e70d7ba-06ec-45ef-a5a6-41eac0ce51e1" providerId="ADAL" clId="{1CF1899D-8AC2-4C5B-848A-1F204C177D0B}" dt="2024-11-24T15:53:40.092" v="4847" actId="478"/>
          <ac:picMkLst>
            <pc:docMk/>
            <pc:sldMk cId="3270519975" sldId="270"/>
            <ac:picMk id="13" creationId="{9DB9E6CD-EDDB-0F18-8660-CBD36AEB1C84}"/>
          </ac:picMkLst>
        </pc:picChg>
        <pc:picChg chg="add del mod">
          <ac:chgData name="Lucy Brown" userId="5e70d7ba-06ec-45ef-a5a6-41eac0ce51e1" providerId="ADAL" clId="{1CF1899D-8AC2-4C5B-848A-1F204C177D0B}" dt="2024-11-24T15:55:32.108" v="4857" actId="478"/>
          <ac:picMkLst>
            <pc:docMk/>
            <pc:sldMk cId="3270519975" sldId="270"/>
            <ac:picMk id="15" creationId="{288E4FE3-B642-077C-8A2A-C6AE827C1BDC}"/>
          </ac:picMkLst>
        </pc:picChg>
        <pc:picChg chg="add del mod">
          <ac:chgData name="Lucy Brown" userId="5e70d7ba-06ec-45ef-a5a6-41eac0ce51e1" providerId="ADAL" clId="{1CF1899D-8AC2-4C5B-848A-1F204C177D0B}" dt="2024-11-24T15:56:28.396" v="4866" actId="478"/>
          <ac:picMkLst>
            <pc:docMk/>
            <pc:sldMk cId="3270519975" sldId="270"/>
            <ac:picMk id="17" creationId="{CE2A3EEF-3294-B335-C034-FEBD8ACF32DB}"/>
          </ac:picMkLst>
        </pc:picChg>
        <pc:picChg chg="add del mod modCrop">
          <ac:chgData name="Lucy Brown" userId="5e70d7ba-06ec-45ef-a5a6-41eac0ce51e1" providerId="ADAL" clId="{1CF1899D-8AC2-4C5B-848A-1F204C177D0B}" dt="2024-11-24T16:06:06.294" v="4888" actId="478"/>
          <ac:picMkLst>
            <pc:docMk/>
            <pc:sldMk cId="3270519975" sldId="270"/>
            <ac:picMk id="19" creationId="{C9A674DA-21A4-26D0-E982-219C10D94934}"/>
          </ac:picMkLst>
        </pc:picChg>
        <pc:picChg chg="add del mod modCrop">
          <ac:chgData name="Lucy Brown" userId="5e70d7ba-06ec-45ef-a5a6-41eac0ce51e1" providerId="ADAL" clId="{1CF1899D-8AC2-4C5B-848A-1F204C177D0B}" dt="2024-11-24T16:06:08.181" v="4889" actId="478"/>
          <ac:picMkLst>
            <pc:docMk/>
            <pc:sldMk cId="3270519975" sldId="270"/>
            <ac:picMk id="21" creationId="{10245082-F8BA-4782-0901-DA264C1524C8}"/>
          </ac:picMkLst>
        </pc:picChg>
        <pc:picChg chg="add del mod">
          <ac:chgData name="Lucy Brown" userId="5e70d7ba-06ec-45ef-a5a6-41eac0ce51e1" providerId="ADAL" clId="{1CF1899D-8AC2-4C5B-848A-1F204C177D0B}" dt="2024-11-24T16:06:27.366" v="4891" actId="478"/>
          <ac:picMkLst>
            <pc:docMk/>
            <pc:sldMk cId="3270519975" sldId="270"/>
            <ac:picMk id="23" creationId="{3150100D-CEFA-F42E-984A-3B8C4193F093}"/>
          </ac:picMkLst>
        </pc:picChg>
        <pc:picChg chg="add mod modCrop">
          <ac:chgData name="Lucy Brown" userId="5e70d7ba-06ec-45ef-a5a6-41eac0ce51e1" providerId="ADAL" clId="{1CF1899D-8AC2-4C5B-848A-1F204C177D0B}" dt="2024-11-27T14:15:27.786" v="6224" actId="1076"/>
          <ac:picMkLst>
            <pc:docMk/>
            <pc:sldMk cId="3270519975" sldId="270"/>
            <ac:picMk id="25" creationId="{EE73B929-F30E-9AF8-DC8A-4353CDFDC190}"/>
          </ac:picMkLst>
        </pc:picChg>
        <pc:picChg chg="add del mod modCrop">
          <ac:chgData name="Lucy Brown" userId="5e70d7ba-06ec-45ef-a5a6-41eac0ce51e1" providerId="ADAL" clId="{1CF1899D-8AC2-4C5B-848A-1F204C177D0B}" dt="2024-11-27T14:15:03.718" v="6222" actId="478"/>
          <ac:picMkLst>
            <pc:docMk/>
            <pc:sldMk cId="3270519975" sldId="270"/>
            <ac:picMk id="26" creationId="{E393C288-18AE-F111-F0DC-E96FF27F38E2}"/>
          </ac:picMkLst>
        </pc:picChg>
        <pc:picChg chg="add del mod">
          <ac:chgData name="Lucy Brown" userId="5e70d7ba-06ec-45ef-a5a6-41eac0ce51e1" providerId="ADAL" clId="{1CF1899D-8AC2-4C5B-848A-1F204C177D0B}" dt="2024-11-24T16:08:55.851" v="4926" actId="478"/>
          <ac:picMkLst>
            <pc:docMk/>
            <pc:sldMk cId="3270519975" sldId="270"/>
            <ac:picMk id="27" creationId="{AD0380C4-AA0D-C4D5-A539-972AE849882D}"/>
          </ac:picMkLst>
        </pc:picChg>
        <pc:picChg chg="add mod">
          <ac:chgData name="Lucy Brown" userId="5e70d7ba-06ec-45ef-a5a6-41eac0ce51e1" providerId="ADAL" clId="{1CF1899D-8AC2-4C5B-848A-1F204C177D0B}" dt="2024-11-27T14:15:27.786" v="6224" actId="1076"/>
          <ac:picMkLst>
            <pc:docMk/>
            <pc:sldMk cId="3270519975" sldId="270"/>
            <ac:picMk id="28" creationId="{0DE7B8F2-CB8C-25AA-8355-F254C45C0446}"/>
          </ac:picMkLst>
        </pc:picChg>
        <pc:cxnChg chg="add mod">
          <ac:chgData name="Lucy Brown" userId="5e70d7ba-06ec-45ef-a5a6-41eac0ce51e1" providerId="ADAL" clId="{1CF1899D-8AC2-4C5B-848A-1F204C177D0B}" dt="2024-11-27T10:48:33.118" v="6206" actId="17032"/>
          <ac:cxnSpMkLst>
            <pc:docMk/>
            <pc:sldMk cId="3270519975" sldId="270"/>
            <ac:cxnSpMk id="33" creationId="{C903EB41-D16B-B81A-4D1F-ADA7863DCB24}"/>
          </ac:cxnSpMkLst>
        </pc:cxnChg>
      </pc:sldChg>
      <pc:sldChg chg="addSp delSp modSp mod">
        <pc:chgData name="Lucy Brown" userId="5e70d7ba-06ec-45ef-a5a6-41eac0ce51e1" providerId="ADAL" clId="{1CF1899D-8AC2-4C5B-848A-1F204C177D0B}" dt="2024-11-27T14:04:25.583" v="6217" actId="1076"/>
        <pc:sldMkLst>
          <pc:docMk/>
          <pc:sldMk cId="1426810109" sldId="271"/>
        </pc:sldMkLst>
        <pc:spChg chg="del mod">
          <ac:chgData name="Lucy Brown" userId="5e70d7ba-06ec-45ef-a5a6-41eac0ce51e1" providerId="ADAL" clId="{1CF1899D-8AC2-4C5B-848A-1F204C177D0B}" dt="2024-11-25T14:51:46.247" v="5008" actId="478"/>
          <ac:spMkLst>
            <pc:docMk/>
            <pc:sldMk cId="1426810109" sldId="271"/>
            <ac:spMk id="2" creationId="{6D4525FF-9AD3-ED77-1666-31E7F5ACA70E}"/>
          </ac:spMkLst>
        </pc:spChg>
        <pc:spChg chg="del">
          <ac:chgData name="Lucy Brown" userId="5e70d7ba-06ec-45ef-a5a6-41eac0ce51e1" providerId="ADAL" clId="{1CF1899D-8AC2-4C5B-848A-1F204C177D0B}" dt="2024-11-11T19:25:27.930" v="114" actId="478"/>
          <ac:spMkLst>
            <pc:docMk/>
            <pc:sldMk cId="1426810109" sldId="271"/>
            <ac:spMk id="3" creationId="{D139B1B0-0045-E903-571B-E1AC4FE57C7C}"/>
          </ac:spMkLst>
        </pc:spChg>
        <pc:spChg chg="add del mod">
          <ac:chgData name="Lucy Brown" userId="5e70d7ba-06ec-45ef-a5a6-41eac0ce51e1" providerId="ADAL" clId="{1CF1899D-8AC2-4C5B-848A-1F204C177D0B}" dt="2024-11-25T14:51:58.039" v="5011" actId="478"/>
          <ac:spMkLst>
            <pc:docMk/>
            <pc:sldMk cId="1426810109" sldId="271"/>
            <ac:spMk id="6" creationId="{520CB038-5353-8BA9-B569-9C06DEE8B940}"/>
          </ac:spMkLst>
        </pc:spChg>
        <pc:spChg chg="del">
          <ac:chgData name="Lucy Brown" userId="5e70d7ba-06ec-45ef-a5a6-41eac0ce51e1" providerId="ADAL" clId="{1CF1899D-8AC2-4C5B-848A-1F204C177D0B}" dt="2024-11-12T11:58:59.566" v="3435" actId="478"/>
          <ac:spMkLst>
            <pc:docMk/>
            <pc:sldMk cId="1426810109" sldId="271"/>
            <ac:spMk id="6" creationId="{67E0F615-D727-EA8E-858A-74D9655BC000}"/>
          </ac:spMkLst>
        </pc:spChg>
        <pc:spChg chg="add mod">
          <ac:chgData name="Lucy Brown" userId="5e70d7ba-06ec-45ef-a5a6-41eac0ce51e1" providerId="ADAL" clId="{1CF1899D-8AC2-4C5B-848A-1F204C177D0B}" dt="2024-11-12T11:59:00.370" v="3436"/>
          <ac:spMkLst>
            <pc:docMk/>
            <pc:sldMk cId="1426810109" sldId="271"/>
            <ac:spMk id="7" creationId="{93085B59-DF29-0417-AD1D-D7469A3A6EB3}"/>
          </ac:spMkLst>
        </pc:spChg>
        <pc:spChg chg="add del mod">
          <ac:chgData name="Lucy Brown" userId="5e70d7ba-06ec-45ef-a5a6-41eac0ce51e1" providerId="ADAL" clId="{1CF1899D-8AC2-4C5B-848A-1F204C177D0B}" dt="2024-11-25T14:51:53.691" v="5010" actId="478"/>
          <ac:spMkLst>
            <pc:docMk/>
            <pc:sldMk cId="1426810109" sldId="271"/>
            <ac:spMk id="8" creationId="{DB23710B-D10F-8A60-04CD-F4EDB4363259}"/>
          </ac:spMkLst>
        </pc:spChg>
        <pc:spChg chg="add del mod">
          <ac:chgData name="Lucy Brown" userId="5e70d7ba-06ec-45ef-a5a6-41eac0ce51e1" providerId="ADAL" clId="{1CF1899D-8AC2-4C5B-848A-1F204C177D0B}" dt="2024-11-26T14:42:13.453" v="6194" actId="478"/>
          <ac:spMkLst>
            <pc:docMk/>
            <pc:sldMk cId="1426810109" sldId="271"/>
            <ac:spMk id="9" creationId="{F8BADCB3-0FE5-91FB-98F6-F6F6BD8FA11C}"/>
          </ac:spMkLst>
        </pc:spChg>
        <pc:spChg chg="add mod">
          <ac:chgData name="Lucy Brown" userId="5e70d7ba-06ec-45ef-a5a6-41eac0ce51e1" providerId="ADAL" clId="{1CF1899D-8AC2-4C5B-848A-1F204C177D0B}" dt="2024-11-26T14:42:33.329" v="6197" actId="1076"/>
          <ac:spMkLst>
            <pc:docMk/>
            <pc:sldMk cId="1426810109" sldId="271"/>
            <ac:spMk id="14" creationId="{052E5B11-3D37-033E-BE42-2B35744A32B0}"/>
          </ac:spMkLst>
        </pc:spChg>
        <pc:spChg chg="add">
          <ac:chgData name="Lucy Brown" userId="5e70d7ba-06ec-45ef-a5a6-41eac0ce51e1" providerId="ADAL" clId="{1CF1899D-8AC2-4C5B-848A-1F204C177D0B}" dt="2024-11-25T15:03:38.080" v="5136"/>
          <ac:spMkLst>
            <pc:docMk/>
            <pc:sldMk cId="1426810109" sldId="271"/>
            <ac:spMk id="15" creationId="{9BB40D66-3D7B-C10E-52F9-3641AA790104}"/>
          </ac:spMkLst>
        </pc:spChg>
        <pc:spChg chg="add">
          <ac:chgData name="Lucy Brown" userId="5e70d7ba-06ec-45ef-a5a6-41eac0ce51e1" providerId="ADAL" clId="{1CF1899D-8AC2-4C5B-848A-1F204C177D0B}" dt="2024-11-25T15:03:41.712" v="5137"/>
          <ac:spMkLst>
            <pc:docMk/>
            <pc:sldMk cId="1426810109" sldId="271"/>
            <ac:spMk id="16" creationId="{A95F41B4-11D6-F157-5044-0AEFBDCBD04D}"/>
          </ac:spMkLst>
        </pc:spChg>
        <pc:spChg chg="add">
          <ac:chgData name="Lucy Brown" userId="5e70d7ba-06ec-45ef-a5a6-41eac0ce51e1" providerId="ADAL" clId="{1CF1899D-8AC2-4C5B-848A-1F204C177D0B}" dt="2024-11-25T15:03:52.338" v="5138"/>
          <ac:spMkLst>
            <pc:docMk/>
            <pc:sldMk cId="1426810109" sldId="271"/>
            <ac:spMk id="17" creationId="{68E53110-1B8A-F02F-68B4-309E35ABB462}"/>
          </ac:spMkLst>
        </pc:spChg>
        <pc:spChg chg="add del mod">
          <ac:chgData name="Lucy Brown" userId="5e70d7ba-06ec-45ef-a5a6-41eac0ce51e1" providerId="ADAL" clId="{1CF1899D-8AC2-4C5B-848A-1F204C177D0B}" dt="2024-11-25T15:43:33.162" v="5406" actId="478"/>
          <ac:spMkLst>
            <pc:docMk/>
            <pc:sldMk cId="1426810109" sldId="271"/>
            <ac:spMk id="18" creationId="{9D33890E-DBC3-29D6-5609-3178B78A9742}"/>
          </ac:spMkLst>
        </pc:spChg>
        <pc:spChg chg="add mod">
          <ac:chgData name="Lucy Brown" userId="5e70d7ba-06ec-45ef-a5a6-41eac0ce51e1" providerId="ADAL" clId="{1CF1899D-8AC2-4C5B-848A-1F204C177D0B}" dt="2024-11-26T14:42:33.329" v="6197" actId="1076"/>
          <ac:spMkLst>
            <pc:docMk/>
            <pc:sldMk cId="1426810109" sldId="271"/>
            <ac:spMk id="19" creationId="{DDA2C957-9AC9-7C4E-10BB-4BD388B6B619}"/>
          </ac:spMkLst>
        </pc:spChg>
        <pc:spChg chg="add mod">
          <ac:chgData name="Lucy Brown" userId="5e70d7ba-06ec-45ef-a5a6-41eac0ce51e1" providerId="ADAL" clId="{1CF1899D-8AC2-4C5B-848A-1F204C177D0B}" dt="2024-11-26T14:42:33.329" v="6197" actId="1076"/>
          <ac:spMkLst>
            <pc:docMk/>
            <pc:sldMk cId="1426810109" sldId="271"/>
            <ac:spMk id="20" creationId="{129AC309-BEE7-1000-7E38-AA57E4C9C9B9}"/>
          </ac:spMkLst>
        </pc:spChg>
        <pc:spChg chg="add del mod">
          <ac:chgData name="Lucy Brown" userId="5e70d7ba-06ec-45ef-a5a6-41eac0ce51e1" providerId="ADAL" clId="{1CF1899D-8AC2-4C5B-848A-1F204C177D0B}" dt="2024-11-26T14:42:16.342" v="6195" actId="478"/>
          <ac:spMkLst>
            <pc:docMk/>
            <pc:sldMk cId="1426810109" sldId="271"/>
            <ac:spMk id="24" creationId="{F52C063A-13E6-F042-2BC3-186C8AB8D314}"/>
          </ac:spMkLst>
        </pc:spChg>
        <pc:picChg chg="add del mod modCrop">
          <ac:chgData name="Lucy Brown" userId="5e70d7ba-06ec-45ef-a5a6-41eac0ce51e1" providerId="ADAL" clId="{1CF1899D-8AC2-4C5B-848A-1F204C177D0B}" dt="2024-11-25T14:57:56.420" v="5075" actId="478"/>
          <ac:picMkLst>
            <pc:docMk/>
            <pc:sldMk cId="1426810109" sldId="271"/>
            <ac:picMk id="11" creationId="{B0D61846-06D4-6DFE-CC08-95E5FBB3CEC0}"/>
          </ac:picMkLst>
        </pc:picChg>
        <pc:picChg chg="add del mod modCrop">
          <ac:chgData name="Lucy Brown" userId="5e70d7ba-06ec-45ef-a5a6-41eac0ce51e1" providerId="ADAL" clId="{1CF1899D-8AC2-4C5B-848A-1F204C177D0B}" dt="2024-11-27T14:03:48.291" v="6207" actId="478"/>
          <ac:picMkLst>
            <pc:docMk/>
            <pc:sldMk cId="1426810109" sldId="271"/>
            <ac:picMk id="13" creationId="{171D7710-1C78-39A9-F98D-3C6EFC450264}"/>
          </ac:picMkLst>
        </pc:picChg>
        <pc:picChg chg="add mod">
          <ac:chgData name="Lucy Brown" userId="5e70d7ba-06ec-45ef-a5a6-41eac0ce51e1" providerId="ADAL" clId="{1CF1899D-8AC2-4C5B-848A-1F204C177D0B}" dt="2024-11-26T14:42:33.329" v="6197" actId="1076"/>
          <ac:picMkLst>
            <pc:docMk/>
            <pc:sldMk cId="1426810109" sldId="271"/>
            <ac:picMk id="22" creationId="{1ECAB5CF-111B-EC06-C469-DF661A4E0F77}"/>
          </ac:picMkLst>
        </pc:picChg>
        <pc:picChg chg="add mod">
          <ac:chgData name="Lucy Brown" userId="5e70d7ba-06ec-45ef-a5a6-41eac0ce51e1" providerId="ADAL" clId="{1CF1899D-8AC2-4C5B-848A-1F204C177D0B}" dt="2024-11-27T14:04:25.583" v="6217" actId="1076"/>
          <ac:picMkLst>
            <pc:docMk/>
            <pc:sldMk cId="1426810109" sldId="271"/>
            <ac:picMk id="26" creationId="{6B97475D-0D3C-5DDD-C913-D8B383F2A922}"/>
          </ac:picMkLst>
        </pc:picChg>
      </pc:sldChg>
      <pc:sldChg chg="addSp delSp modSp add mod ord">
        <pc:chgData name="Lucy Brown" userId="5e70d7ba-06ec-45ef-a5a6-41eac0ce51e1" providerId="ADAL" clId="{1CF1899D-8AC2-4C5B-848A-1F204C177D0B}" dt="2024-11-27T14:21:05.715" v="6265" actId="1076"/>
        <pc:sldMkLst>
          <pc:docMk/>
          <pc:sldMk cId="3454793106" sldId="272"/>
        </pc:sldMkLst>
        <pc:spChg chg="add del mod">
          <ac:chgData name="Lucy Brown" userId="5e70d7ba-06ec-45ef-a5a6-41eac0ce51e1" providerId="ADAL" clId="{1CF1899D-8AC2-4C5B-848A-1F204C177D0B}" dt="2024-11-26T14:17:34.265" v="5438" actId="478"/>
          <ac:spMkLst>
            <pc:docMk/>
            <pc:sldMk cId="3454793106" sldId="272"/>
            <ac:spMk id="3" creationId="{3B040798-421D-DFB1-A9E5-81BF8BCC4CC3}"/>
          </ac:spMkLst>
        </pc:spChg>
        <pc:spChg chg="add del mod">
          <ac:chgData name="Lucy Brown" userId="5e70d7ba-06ec-45ef-a5a6-41eac0ce51e1" providerId="ADAL" clId="{1CF1899D-8AC2-4C5B-848A-1F204C177D0B}" dt="2024-11-26T14:17:31.996" v="5437" actId="478"/>
          <ac:spMkLst>
            <pc:docMk/>
            <pc:sldMk cId="3454793106" sldId="272"/>
            <ac:spMk id="6" creationId="{207B2FD3-FC59-B799-1973-826125C93563}"/>
          </ac:spMkLst>
        </pc:spChg>
        <pc:spChg chg="add del mod">
          <ac:chgData name="Lucy Brown" userId="5e70d7ba-06ec-45ef-a5a6-41eac0ce51e1" providerId="ADAL" clId="{1CF1899D-8AC2-4C5B-848A-1F204C177D0B}" dt="2024-11-26T14:17:36.174" v="5439" actId="478"/>
          <ac:spMkLst>
            <pc:docMk/>
            <pc:sldMk cId="3454793106" sldId="272"/>
            <ac:spMk id="8" creationId="{DE8F2FBD-078B-27A9-C9B0-43E4923505F8}"/>
          </ac:spMkLst>
        </pc:spChg>
        <pc:spChg chg="mod">
          <ac:chgData name="Lucy Brown" userId="5e70d7ba-06ec-45ef-a5a6-41eac0ce51e1" providerId="ADAL" clId="{1CF1899D-8AC2-4C5B-848A-1F204C177D0B}" dt="2024-11-26T14:25:46.194" v="5862" actId="20577"/>
          <ac:spMkLst>
            <pc:docMk/>
            <pc:sldMk cId="3454793106" sldId="272"/>
            <ac:spMk id="10" creationId="{57014846-FE47-6EFE-41A9-0B5628C48224}"/>
          </ac:spMkLst>
        </pc:spChg>
        <pc:spChg chg="add del mod">
          <ac:chgData name="Lucy Brown" userId="5e70d7ba-06ec-45ef-a5a6-41eac0ce51e1" providerId="ADAL" clId="{1CF1899D-8AC2-4C5B-848A-1F204C177D0B}" dt="2024-11-26T14:17:37.766" v="5440" actId="478"/>
          <ac:spMkLst>
            <pc:docMk/>
            <pc:sldMk cId="3454793106" sldId="272"/>
            <ac:spMk id="11" creationId="{D39630B0-2E2D-4A14-9862-83F07B7C510E}"/>
          </ac:spMkLst>
        </pc:spChg>
        <pc:spChg chg="add del mod">
          <ac:chgData name="Lucy Brown" userId="5e70d7ba-06ec-45ef-a5a6-41eac0ce51e1" providerId="ADAL" clId="{1CF1899D-8AC2-4C5B-848A-1F204C177D0B}" dt="2024-11-27T14:21:05.715" v="6265" actId="1076"/>
          <ac:spMkLst>
            <pc:docMk/>
            <pc:sldMk cId="3454793106" sldId="272"/>
            <ac:spMk id="15" creationId="{2309DB14-FB07-1E87-96E7-7355B12F9E09}"/>
          </ac:spMkLst>
        </pc:spChg>
        <pc:spChg chg="add mod">
          <ac:chgData name="Lucy Brown" userId="5e70d7ba-06ec-45ef-a5a6-41eac0ce51e1" providerId="ADAL" clId="{1CF1899D-8AC2-4C5B-848A-1F204C177D0B}" dt="2024-11-27T14:20:57.570" v="6264" actId="1076"/>
          <ac:spMkLst>
            <pc:docMk/>
            <pc:sldMk cId="3454793106" sldId="272"/>
            <ac:spMk id="16" creationId="{2BD9A7CA-9BED-518E-6651-E597F59CC785}"/>
          </ac:spMkLst>
        </pc:spChg>
        <pc:spChg chg="add mod">
          <ac:chgData name="Lucy Brown" userId="5e70d7ba-06ec-45ef-a5a6-41eac0ce51e1" providerId="ADAL" clId="{1CF1899D-8AC2-4C5B-848A-1F204C177D0B}" dt="2024-11-27T14:20:57.570" v="6264" actId="1076"/>
          <ac:spMkLst>
            <pc:docMk/>
            <pc:sldMk cId="3454793106" sldId="272"/>
            <ac:spMk id="17" creationId="{835D3B92-364C-3F29-A140-71A86C8EC503}"/>
          </ac:spMkLst>
        </pc:spChg>
        <pc:picChg chg="add del mod modCrop">
          <ac:chgData name="Lucy Brown" userId="5e70d7ba-06ec-45ef-a5a6-41eac0ce51e1" providerId="ADAL" clId="{1CF1899D-8AC2-4C5B-848A-1F204C177D0B}" dt="2024-11-24T16:07:33.587" v="4910" actId="478"/>
          <ac:picMkLst>
            <pc:docMk/>
            <pc:sldMk cId="3454793106" sldId="272"/>
            <ac:picMk id="2" creationId="{DFA2BD71-F73C-23C8-A799-E1C20DC3F18E}"/>
          </ac:picMkLst>
        </pc:picChg>
        <pc:picChg chg="del mod modCrop">
          <ac:chgData name="Lucy Brown" userId="5e70d7ba-06ec-45ef-a5a6-41eac0ce51e1" providerId="ADAL" clId="{1CF1899D-8AC2-4C5B-848A-1F204C177D0B}" dt="2024-11-24T16:07:32.234" v="4909" actId="478"/>
          <ac:picMkLst>
            <pc:docMk/>
            <pc:sldMk cId="3454793106" sldId="272"/>
            <ac:picMk id="9" creationId="{B54FBE16-D544-0B1E-7FF8-3ACD08ABDA2B}"/>
          </ac:picMkLst>
        </pc:picChg>
        <pc:picChg chg="add del mod ord modCrop">
          <ac:chgData name="Lucy Brown" userId="5e70d7ba-06ec-45ef-a5a6-41eac0ce51e1" providerId="ADAL" clId="{1CF1899D-8AC2-4C5B-848A-1F204C177D0B}" dt="2024-11-26T14:17:28.631" v="5435" actId="478"/>
          <ac:picMkLst>
            <pc:docMk/>
            <pc:sldMk cId="3454793106" sldId="272"/>
            <ac:picMk id="12" creationId="{0D8FB22E-7985-9E22-C49F-4596038B187E}"/>
          </ac:picMkLst>
        </pc:picChg>
        <pc:picChg chg="add del mod modCrop">
          <ac:chgData name="Lucy Brown" userId="5e70d7ba-06ec-45ef-a5a6-41eac0ce51e1" providerId="ADAL" clId="{1CF1899D-8AC2-4C5B-848A-1F204C177D0B}" dt="2024-11-24T16:08:59.364" v="4927" actId="478"/>
          <ac:picMkLst>
            <pc:docMk/>
            <pc:sldMk cId="3454793106" sldId="272"/>
            <ac:picMk id="13" creationId="{CA9AE7CE-5593-2CA2-55EA-6162167DFE9F}"/>
          </ac:picMkLst>
        </pc:picChg>
        <pc:picChg chg="add del mod ord modCrop">
          <ac:chgData name="Lucy Brown" userId="5e70d7ba-06ec-45ef-a5a6-41eac0ce51e1" providerId="ADAL" clId="{1CF1899D-8AC2-4C5B-848A-1F204C177D0B}" dt="2024-11-26T14:17:29.636" v="5436" actId="478"/>
          <ac:picMkLst>
            <pc:docMk/>
            <pc:sldMk cId="3454793106" sldId="272"/>
            <ac:picMk id="14" creationId="{FBFE837C-3780-EFEF-4D98-B419B3DDA002}"/>
          </ac:picMkLst>
        </pc:picChg>
        <pc:picChg chg="add mod">
          <ac:chgData name="Lucy Brown" userId="5e70d7ba-06ec-45ef-a5a6-41eac0ce51e1" providerId="ADAL" clId="{1CF1899D-8AC2-4C5B-848A-1F204C177D0B}" dt="2024-11-27T14:20:57.570" v="6264" actId="1076"/>
          <ac:picMkLst>
            <pc:docMk/>
            <pc:sldMk cId="3454793106" sldId="272"/>
            <ac:picMk id="18" creationId="{89419527-93DD-5536-84CE-A4FEA7AAAA45}"/>
          </ac:picMkLst>
        </pc:picChg>
        <pc:picChg chg="add mod">
          <ac:chgData name="Lucy Brown" userId="5e70d7ba-06ec-45ef-a5a6-41eac0ce51e1" providerId="ADAL" clId="{1CF1899D-8AC2-4C5B-848A-1F204C177D0B}" dt="2024-11-27T14:20:57.570" v="6264" actId="1076"/>
          <ac:picMkLst>
            <pc:docMk/>
            <pc:sldMk cId="3454793106" sldId="272"/>
            <ac:picMk id="19" creationId="{EF468D6D-548D-9B7B-5D03-04248F4DAB64}"/>
          </ac:picMkLst>
        </pc:picChg>
      </pc:sldChg>
      <pc:sldChg chg="addSp delSp modSp new mod">
        <pc:chgData name="Lucy Brown" userId="5e70d7ba-06ec-45ef-a5a6-41eac0ce51e1" providerId="ADAL" clId="{1CF1899D-8AC2-4C5B-848A-1F204C177D0B}" dt="2024-11-27T14:16:53.351" v="6243" actId="478"/>
        <pc:sldMkLst>
          <pc:docMk/>
          <pc:sldMk cId="1177306483" sldId="273"/>
        </pc:sldMkLst>
        <pc:spChg chg="del">
          <ac:chgData name="Lucy Brown" userId="5e70d7ba-06ec-45ef-a5a6-41eac0ce51e1" providerId="ADAL" clId="{1CF1899D-8AC2-4C5B-848A-1F204C177D0B}" dt="2024-11-27T14:16:25.320" v="6240" actId="478"/>
          <ac:spMkLst>
            <pc:docMk/>
            <pc:sldMk cId="1177306483" sldId="273"/>
            <ac:spMk id="2" creationId="{B37BA63F-4D22-1D39-11CE-B2EED25B27F7}"/>
          </ac:spMkLst>
        </pc:spChg>
        <pc:spChg chg="del">
          <ac:chgData name="Lucy Brown" userId="5e70d7ba-06ec-45ef-a5a6-41eac0ce51e1" providerId="ADAL" clId="{1CF1899D-8AC2-4C5B-848A-1F204C177D0B}" dt="2024-11-27T14:16:24.714" v="6239" actId="478"/>
          <ac:spMkLst>
            <pc:docMk/>
            <pc:sldMk cId="1177306483" sldId="273"/>
            <ac:spMk id="3" creationId="{F3D74FCE-CCB1-1727-DED3-886767142987}"/>
          </ac:spMkLst>
        </pc:spChg>
        <pc:spChg chg="del mod">
          <ac:chgData name="Lucy Brown" userId="5e70d7ba-06ec-45ef-a5a6-41eac0ce51e1" providerId="ADAL" clId="{1CF1899D-8AC2-4C5B-848A-1F204C177D0B}" dt="2024-11-27T14:16:53.351" v="6243" actId="478"/>
          <ac:spMkLst>
            <pc:docMk/>
            <pc:sldMk cId="1177306483" sldId="273"/>
            <ac:spMk id="4" creationId="{B29A14B3-135F-6EB5-1635-8DDF0149F3DC}"/>
          </ac:spMkLst>
        </pc:spChg>
        <pc:spChg chg="add mod">
          <ac:chgData name="Lucy Brown" userId="5e70d7ba-06ec-45ef-a5a6-41eac0ce51e1" providerId="ADAL" clId="{1CF1899D-8AC2-4C5B-848A-1F204C177D0B}" dt="2024-11-27T14:16:32.288" v="6241"/>
          <ac:spMkLst>
            <pc:docMk/>
            <pc:sldMk cId="1177306483" sldId="273"/>
            <ac:spMk id="5" creationId="{46858615-F8BB-EFD9-DEE7-8EF99275D84D}"/>
          </ac:spMkLst>
        </pc:spChg>
        <pc:spChg chg="add mod">
          <ac:chgData name="Lucy Brown" userId="5e70d7ba-06ec-45ef-a5a6-41eac0ce51e1" providerId="ADAL" clId="{1CF1899D-8AC2-4C5B-848A-1F204C177D0B}" dt="2024-11-27T14:16:32.288" v="6241"/>
          <ac:spMkLst>
            <pc:docMk/>
            <pc:sldMk cId="1177306483" sldId="273"/>
            <ac:spMk id="6" creationId="{FF524264-C42C-84AB-ADFE-937F923AF055}"/>
          </ac:spMkLst>
        </pc:spChg>
        <pc:spChg chg="add mod">
          <ac:chgData name="Lucy Brown" userId="5e70d7ba-06ec-45ef-a5a6-41eac0ce51e1" providerId="ADAL" clId="{1CF1899D-8AC2-4C5B-848A-1F204C177D0B}" dt="2024-11-27T14:16:32.288" v="6241"/>
          <ac:spMkLst>
            <pc:docMk/>
            <pc:sldMk cId="1177306483" sldId="273"/>
            <ac:spMk id="7" creationId="{9593C852-4B54-1361-2200-C50B29829E32}"/>
          </ac:spMkLst>
        </pc:spChg>
        <pc:spChg chg="add mod">
          <ac:chgData name="Lucy Brown" userId="5e70d7ba-06ec-45ef-a5a6-41eac0ce51e1" providerId="ADAL" clId="{1CF1899D-8AC2-4C5B-848A-1F204C177D0B}" dt="2024-11-27T14:16:32.288" v="6241"/>
          <ac:spMkLst>
            <pc:docMk/>
            <pc:sldMk cId="1177306483" sldId="273"/>
            <ac:spMk id="8" creationId="{790AF63A-CAA1-CCAC-2F5A-FAC245138968}"/>
          </ac:spMkLst>
        </pc:spChg>
        <pc:spChg chg="add mod">
          <ac:chgData name="Lucy Brown" userId="5e70d7ba-06ec-45ef-a5a6-41eac0ce51e1" providerId="ADAL" clId="{1CF1899D-8AC2-4C5B-848A-1F204C177D0B}" dt="2024-11-27T14:16:32.288" v="6241"/>
          <ac:spMkLst>
            <pc:docMk/>
            <pc:sldMk cId="1177306483" sldId="273"/>
            <ac:spMk id="11" creationId="{C6DE3D97-6843-5033-BA7F-F52572BB9337}"/>
          </ac:spMkLst>
        </pc:spChg>
        <pc:spChg chg="add mod">
          <ac:chgData name="Lucy Brown" userId="5e70d7ba-06ec-45ef-a5a6-41eac0ce51e1" providerId="ADAL" clId="{1CF1899D-8AC2-4C5B-848A-1F204C177D0B}" dt="2024-11-27T14:16:32.288" v="6241"/>
          <ac:spMkLst>
            <pc:docMk/>
            <pc:sldMk cId="1177306483" sldId="273"/>
            <ac:spMk id="12" creationId="{6CA6171A-74B4-A126-F0D3-012B86619FAF}"/>
          </ac:spMkLst>
        </pc:spChg>
        <pc:spChg chg="add mod">
          <ac:chgData name="Lucy Brown" userId="5e70d7ba-06ec-45ef-a5a6-41eac0ce51e1" providerId="ADAL" clId="{1CF1899D-8AC2-4C5B-848A-1F204C177D0B}" dt="2024-11-27T14:16:32.288" v="6241"/>
          <ac:spMkLst>
            <pc:docMk/>
            <pc:sldMk cId="1177306483" sldId="273"/>
            <ac:spMk id="13" creationId="{D401B43B-BD57-A26D-E0FA-7E74BA09DDBE}"/>
          </ac:spMkLst>
        </pc:spChg>
        <pc:spChg chg="add mod">
          <ac:chgData name="Lucy Brown" userId="5e70d7ba-06ec-45ef-a5a6-41eac0ce51e1" providerId="ADAL" clId="{1CF1899D-8AC2-4C5B-848A-1F204C177D0B}" dt="2024-11-27T14:16:32.288" v="6241"/>
          <ac:spMkLst>
            <pc:docMk/>
            <pc:sldMk cId="1177306483" sldId="273"/>
            <ac:spMk id="14" creationId="{64FAA0B6-DA51-8D70-2B91-15ED9EB15588}"/>
          </ac:spMkLst>
        </pc:spChg>
        <pc:spChg chg="add mod">
          <ac:chgData name="Lucy Brown" userId="5e70d7ba-06ec-45ef-a5a6-41eac0ce51e1" providerId="ADAL" clId="{1CF1899D-8AC2-4C5B-848A-1F204C177D0B}" dt="2024-11-27T14:16:32.288" v="6241"/>
          <ac:spMkLst>
            <pc:docMk/>
            <pc:sldMk cId="1177306483" sldId="273"/>
            <ac:spMk id="15" creationId="{9CD0CF14-97A4-BA6D-11A1-EA5B0AC2AAE4}"/>
          </ac:spMkLst>
        </pc:spChg>
        <pc:spChg chg="add mod">
          <ac:chgData name="Lucy Brown" userId="5e70d7ba-06ec-45ef-a5a6-41eac0ce51e1" providerId="ADAL" clId="{1CF1899D-8AC2-4C5B-848A-1F204C177D0B}" dt="2024-11-27T14:16:32.288" v="6241"/>
          <ac:spMkLst>
            <pc:docMk/>
            <pc:sldMk cId="1177306483" sldId="273"/>
            <ac:spMk id="16" creationId="{FAB4CAE7-EF0F-B516-2A03-D007FEFDCBE5}"/>
          </ac:spMkLst>
        </pc:spChg>
        <pc:picChg chg="add mod">
          <ac:chgData name="Lucy Brown" userId="5e70d7ba-06ec-45ef-a5a6-41eac0ce51e1" providerId="ADAL" clId="{1CF1899D-8AC2-4C5B-848A-1F204C177D0B}" dt="2024-11-27T14:16:32.288" v="6241"/>
          <ac:picMkLst>
            <pc:docMk/>
            <pc:sldMk cId="1177306483" sldId="273"/>
            <ac:picMk id="9" creationId="{D5AF4F3F-F074-CBD1-B310-CA130D17C765}"/>
          </ac:picMkLst>
        </pc:picChg>
        <pc:picChg chg="add mod">
          <ac:chgData name="Lucy Brown" userId="5e70d7ba-06ec-45ef-a5a6-41eac0ce51e1" providerId="ADAL" clId="{1CF1899D-8AC2-4C5B-848A-1F204C177D0B}" dt="2024-11-27T14:16:32.288" v="6241"/>
          <ac:picMkLst>
            <pc:docMk/>
            <pc:sldMk cId="1177306483" sldId="273"/>
            <ac:picMk id="10" creationId="{CD5C768F-9D44-92BD-AE77-35804BBEA35D}"/>
          </ac:picMkLst>
        </pc:picChg>
      </pc:sldChg>
      <pc:sldChg chg="addSp delSp modSp add del mod ord">
        <pc:chgData name="Lucy Brown" userId="5e70d7ba-06ec-45ef-a5a6-41eac0ce51e1" providerId="ADAL" clId="{1CF1899D-8AC2-4C5B-848A-1F204C177D0B}" dt="2024-11-28T15:23:54.264" v="7574"/>
        <pc:sldMkLst>
          <pc:docMk/>
          <pc:sldMk cId="1419388565" sldId="274"/>
        </pc:sldMkLst>
        <pc:spChg chg="add del mod">
          <ac:chgData name="Lucy Brown" userId="5e70d7ba-06ec-45ef-a5a6-41eac0ce51e1" providerId="ADAL" clId="{1CF1899D-8AC2-4C5B-848A-1F204C177D0B}" dt="2024-11-28T14:51:43.913" v="7078" actId="478"/>
          <ac:spMkLst>
            <pc:docMk/>
            <pc:sldMk cId="1419388565" sldId="274"/>
            <ac:spMk id="2" creationId="{E8345EC1-BFA8-3FE2-423F-7922DDE37191}"/>
          </ac:spMkLst>
        </pc:spChg>
        <pc:spChg chg="add del mod">
          <ac:chgData name="Lucy Brown" userId="5e70d7ba-06ec-45ef-a5a6-41eac0ce51e1" providerId="ADAL" clId="{1CF1899D-8AC2-4C5B-848A-1F204C177D0B}" dt="2024-11-28T14:51:43.913" v="7078" actId="478"/>
          <ac:spMkLst>
            <pc:docMk/>
            <pc:sldMk cId="1419388565" sldId="274"/>
            <ac:spMk id="6" creationId="{04EBABCE-7107-6393-8C4A-FDFB35548806}"/>
          </ac:spMkLst>
        </pc:spChg>
        <pc:spChg chg="add del mod">
          <ac:chgData name="Lucy Brown" userId="5e70d7ba-06ec-45ef-a5a6-41eac0ce51e1" providerId="ADAL" clId="{1CF1899D-8AC2-4C5B-848A-1F204C177D0B}" dt="2024-11-28T14:51:43.913" v="7078" actId="478"/>
          <ac:spMkLst>
            <pc:docMk/>
            <pc:sldMk cId="1419388565" sldId="274"/>
            <ac:spMk id="8" creationId="{B88D7B2C-FB28-9292-27BC-12DA6D5A2DED}"/>
          </ac:spMkLst>
        </pc:spChg>
        <pc:spChg chg="add del mod">
          <ac:chgData name="Lucy Brown" userId="5e70d7ba-06ec-45ef-a5a6-41eac0ce51e1" providerId="ADAL" clId="{1CF1899D-8AC2-4C5B-848A-1F204C177D0B}" dt="2024-11-28T14:51:43.913" v="7078" actId="478"/>
          <ac:spMkLst>
            <pc:docMk/>
            <pc:sldMk cId="1419388565" sldId="274"/>
            <ac:spMk id="9" creationId="{EB09E175-8C49-5497-705B-DCC89C6BE8FA}"/>
          </ac:spMkLst>
        </pc:spChg>
        <pc:spChg chg="mod">
          <ac:chgData name="Lucy Brown" userId="5e70d7ba-06ec-45ef-a5a6-41eac0ce51e1" providerId="ADAL" clId="{1CF1899D-8AC2-4C5B-848A-1F204C177D0B}" dt="2024-11-28T15:15:17.828" v="7550" actId="1076"/>
          <ac:spMkLst>
            <pc:docMk/>
            <pc:sldMk cId="1419388565" sldId="274"/>
            <ac:spMk id="10" creationId="{29C26EED-76D8-96C8-80BF-5B47AE77C4AD}"/>
          </ac:spMkLst>
        </pc:spChg>
        <pc:spChg chg="mod">
          <ac:chgData name="Lucy Brown" userId="5e70d7ba-06ec-45ef-a5a6-41eac0ce51e1" providerId="ADAL" clId="{1CF1899D-8AC2-4C5B-848A-1F204C177D0B}" dt="2024-11-28T15:15:20.342" v="7551" actId="1076"/>
          <ac:spMkLst>
            <pc:docMk/>
            <pc:sldMk cId="1419388565" sldId="274"/>
            <ac:spMk id="11" creationId="{057B6D5F-7FD7-7A4D-C4B4-AFD037145185}"/>
          </ac:spMkLst>
        </pc:spChg>
        <pc:spChg chg="add del mod">
          <ac:chgData name="Lucy Brown" userId="5e70d7ba-06ec-45ef-a5a6-41eac0ce51e1" providerId="ADAL" clId="{1CF1899D-8AC2-4C5B-848A-1F204C177D0B}" dt="2024-11-28T14:51:43.913" v="7078" actId="478"/>
          <ac:spMkLst>
            <pc:docMk/>
            <pc:sldMk cId="1419388565" sldId="274"/>
            <ac:spMk id="12" creationId="{4EB45B44-5569-0C06-81EB-213886C25878}"/>
          </ac:spMkLst>
        </pc:spChg>
        <pc:spChg chg="add del mod">
          <ac:chgData name="Lucy Brown" userId="5e70d7ba-06ec-45ef-a5a6-41eac0ce51e1" providerId="ADAL" clId="{1CF1899D-8AC2-4C5B-848A-1F204C177D0B}" dt="2024-11-28T14:51:43.913" v="7078" actId="478"/>
          <ac:spMkLst>
            <pc:docMk/>
            <pc:sldMk cId="1419388565" sldId="274"/>
            <ac:spMk id="24" creationId="{D4E25515-CF08-01DE-F4AC-915A1B38177D}"/>
          </ac:spMkLst>
        </pc:spChg>
        <pc:spChg chg="add del mod">
          <ac:chgData name="Lucy Brown" userId="5e70d7ba-06ec-45ef-a5a6-41eac0ce51e1" providerId="ADAL" clId="{1CF1899D-8AC2-4C5B-848A-1F204C177D0B}" dt="2024-11-28T15:08:27.452" v="7397" actId="478"/>
          <ac:spMkLst>
            <pc:docMk/>
            <pc:sldMk cId="1419388565" sldId="274"/>
            <ac:spMk id="27" creationId="{1ACACF9D-2BC4-2D51-72B7-50B9C3E99689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30" creationId="{02F77B60-A534-934D-A9EB-B86808B71192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38" creationId="{8D163D73-E541-FF36-8F8F-254CE9F1B491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40" creationId="{246EE3BF-D769-0451-02E1-DA115F7D7699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42" creationId="{564939F4-8BE9-B15A-5CC3-67B665E04D0F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44" creationId="{BBBECF35-CB92-4607-D977-974F280F3272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45" creationId="{E1AAE518-02DF-4E26-9588-1377E58A98C7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46" creationId="{0C13A58E-1131-2385-F4E6-74FFF05BE63F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47" creationId="{062577C5-2F5E-2FDF-350D-4098269393C6}"/>
          </ac:spMkLst>
        </pc:spChg>
        <pc:spChg chg="add del mod">
          <ac:chgData name="Lucy Brown" userId="5e70d7ba-06ec-45ef-a5a6-41eac0ce51e1" providerId="ADAL" clId="{1CF1899D-8AC2-4C5B-848A-1F204C177D0B}" dt="2024-11-28T15:11:06.735" v="7501" actId="478"/>
          <ac:spMkLst>
            <pc:docMk/>
            <pc:sldMk cId="1419388565" sldId="274"/>
            <ac:spMk id="48" creationId="{7C20EEE1-E057-4488-9876-1DE49AA46D25}"/>
          </ac:spMkLst>
        </pc:spChg>
        <pc:spChg chg="add del mod">
          <ac:chgData name="Lucy Brown" userId="5e70d7ba-06ec-45ef-a5a6-41eac0ce51e1" providerId="ADAL" clId="{1CF1899D-8AC2-4C5B-848A-1F204C177D0B}" dt="2024-11-28T15:11:06.735" v="7501" actId="478"/>
          <ac:spMkLst>
            <pc:docMk/>
            <pc:sldMk cId="1419388565" sldId="274"/>
            <ac:spMk id="50" creationId="{8144098D-6236-8791-3191-27C0B504F897}"/>
          </ac:spMkLst>
        </pc:spChg>
        <pc:spChg chg="add del mod">
          <ac:chgData name="Lucy Brown" userId="5e70d7ba-06ec-45ef-a5a6-41eac0ce51e1" providerId="ADAL" clId="{1CF1899D-8AC2-4C5B-848A-1F204C177D0B}" dt="2024-11-28T15:11:06.735" v="7501" actId="478"/>
          <ac:spMkLst>
            <pc:docMk/>
            <pc:sldMk cId="1419388565" sldId="274"/>
            <ac:spMk id="52" creationId="{8E29A7D5-157B-CF9E-A29E-CB20F0155813}"/>
          </ac:spMkLst>
        </pc:spChg>
        <pc:spChg chg="add del mod">
          <ac:chgData name="Lucy Brown" userId="5e70d7ba-06ec-45ef-a5a6-41eac0ce51e1" providerId="ADAL" clId="{1CF1899D-8AC2-4C5B-848A-1F204C177D0B}" dt="2024-11-28T15:11:06.735" v="7501" actId="478"/>
          <ac:spMkLst>
            <pc:docMk/>
            <pc:sldMk cId="1419388565" sldId="274"/>
            <ac:spMk id="54" creationId="{CE042E5B-7271-6260-F4F8-444D6D75F968}"/>
          </ac:spMkLst>
        </pc:spChg>
        <pc:spChg chg="add del mod">
          <ac:chgData name="Lucy Brown" userId="5e70d7ba-06ec-45ef-a5a6-41eac0ce51e1" providerId="ADAL" clId="{1CF1899D-8AC2-4C5B-848A-1F204C177D0B}" dt="2024-11-28T15:11:06.735" v="7501" actId="478"/>
          <ac:spMkLst>
            <pc:docMk/>
            <pc:sldMk cId="1419388565" sldId="274"/>
            <ac:spMk id="56" creationId="{2B01128F-3EE3-1B9D-5841-CC02A74177D9}"/>
          </ac:spMkLst>
        </pc:spChg>
        <pc:spChg chg="add del mod">
          <ac:chgData name="Lucy Brown" userId="5e70d7ba-06ec-45ef-a5a6-41eac0ce51e1" providerId="ADAL" clId="{1CF1899D-8AC2-4C5B-848A-1F204C177D0B}" dt="2024-11-28T15:11:06.735" v="7501" actId="478"/>
          <ac:spMkLst>
            <pc:docMk/>
            <pc:sldMk cId="1419388565" sldId="274"/>
            <ac:spMk id="57" creationId="{E2B7B3E2-0CEC-D3BA-D997-A8A23DC63B6A}"/>
          </ac:spMkLst>
        </pc:spChg>
        <pc:spChg chg="add del mod">
          <ac:chgData name="Lucy Brown" userId="5e70d7ba-06ec-45ef-a5a6-41eac0ce51e1" providerId="ADAL" clId="{1CF1899D-8AC2-4C5B-848A-1F204C177D0B}" dt="2024-11-28T15:11:06.735" v="7501" actId="478"/>
          <ac:spMkLst>
            <pc:docMk/>
            <pc:sldMk cId="1419388565" sldId="274"/>
            <ac:spMk id="58" creationId="{9106892E-B576-A481-A689-ECD593D6A828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59" creationId="{5F96DA24-E8AE-78F2-A465-2DB3A47E282C}"/>
          </ac:spMkLst>
        </pc:spChg>
        <pc:spChg chg="add del mod">
          <ac:chgData name="Lucy Brown" userId="5e70d7ba-06ec-45ef-a5a6-41eac0ce51e1" providerId="ADAL" clId="{1CF1899D-8AC2-4C5B-848A-1F204C177D0B}" dt="2024-11-28T15:11:06.735" v="7501" actId="478"/>
          <ac:spMkLst>
            <pc:docMk/>
            <pc:sldMk cId="1419388565" sldId="274"/>
            <ac:spMk id="63" creationId="{8EDEF071-CF78-0EAD-AADA-36B1F09B3D6C}"/>
          </ac:spMkLst>
        </pc:spChg>
        <pc:spChg chg="add del mod">
          <ac:chgData name="Lucy Brown" userId="5e70d7ba-06ec-45ef-a5a6-41eac0ce51e1" providerId="ADAL" clId="{1CF1899D-8AC2-4C5B-848A-1F204C177D0B}" dt="2024-11-28T15:21:40.702" v="7571" actId="478"/>
          <ac:spMkLst>
            <pc:docMk/>
            <pc:sldMk cId="1419388565" sldId="274"/>
            <ac:spMk id="65" creationId="{B98984C9-1CDF-8442-1C42-585062BE8F86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66" creationId="{989E4F54-B84F-E685-7DA6-1DD4B2B549E8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68" creationId="{E087F866-35AB-1696-72FA-562C7825DB4C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70" creationId="{91C84182-B1F4-545D-DFB1-499F616AE334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72" creationId="{BB554998-8843-176E-13BA-4AEF3EB1212C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74" creationId="{A5F1DC3C-F7F6-E34E-A1B6-CE80CB04E994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75" creationId="{C69C13D5-7994-FC6C-BD51-7FF6F1E9B4C9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76" creationId="{81D0C26C-581A-6FE1-B96F-D678CF952E15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77" creationId="{76B3CE53-14E3-BAC3-81C0-55F4E7D779F5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78" creationId="{5312DB1F-762F-B6D8-FDD5-6F77ADCE96AF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80" creationId="{C2BA14D7-6801-BF3C-EFAC-DCC5AC6178A5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82" creationId="{8BA67539-0024-70B1-5C18-76361C58DDBD}"/>
          </ac:spMkLst>
        </pc:spChg>
        <pc:spChg chg="add del mod">
          <ac:chgData name="Lucy Brown" userId="5e70d7ba-06ec-45ef-a5a6-41eac0ce51e1" providerId="ADAL" clId="{1CF1899D-8AC2-4C5B-848A-1F204C177D0B}" dt="2024-11-28T15:13:33.988" v="7536" actId="478"/>
          <ac:spMkLst>
            <pc:docMk/>
            <pc:sldMk cId="1419388565" sldId="274"/>
            <ac:spMk id="84" creationId="{BCA10A57-85AA-13D1-3031-F7AE7798F38F}"/>
          </ac:spMkLst>
        </pc:spChg>
        <pc:spChg chg="add del mod">
          <ac:chgData name="Lucy Brown" userId="5e70d7ba-06ec-45ef-a5a6-41eac0ce51e1" providerId="ADAL" clId="{1CF1899D-8AC2-4C5B-848A-1F204C177D0B}" dt="2024-11-28T15:13:44.483" v="7539" actId="478"/>
          <ac:spMkLst>
            <pc:docMk/>
            <pc:sldMk cId="1419388565" sldId="274"/>
            <ac:spMk id="86" creationId="{975E2B62-6B4B-923E-3881-EB0839CB7D73}"/>
          </ac:spMkLst>
        </pc:spChg>
        <pc:spChg chg="add del mod">
          <ac:chgData name="Lucy Brown" userId="5e70d7ba-06ec-45ef-a5a6-41eac0ce51e1" providerId="ADAL" clId="{1CF1899D-8AC2-4C5B-848A-1F204C177D0B}" dt="2024-11-28T15:12:45.109" v="7509" actId="478"/>
          <ac:spMkLst>
            <pc:docMk/>
            <pc:sldMk cId="1419388565" sldId="274"/>
            <ac:spMk id="87" creationId="{252A876E-81CC-D890-93AC-FAFC08E6B20D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88" creationId="{B8D0778B-3D8E-8D43-E4EF-7F726492501D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89" creationId="{1A84B156-6EB9-BF99-FB66-DA1F030D9F1F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90" creationId="{90695DD1-CEBE-D27E-7C6F-E8810E271699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91" creationId="{74136148-A9F4-7757-E248-05A9068902D3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92" creationId="{8ECFF94B-3B4C-DF24-DF6E-87552C7631CB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94" creationId="{0B3A0573-0928-74B7-4130-6769DB3AE014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96" creationId="{3D2F050A-F1CD-1945-EBA6-B4B2C22EFEC2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99" creationId="{06EA3AD3-25E4-C877-47DF-CE02EAD59E63}"/>
          </ac:spMkLst>
        </pc:spChg>
        <pc:spChg chg="add mod">
          <ac:chgData name="Lucy Brown" userId="5e70d7ba-06ec-45ef-a5a6-41eac0ce51e1" providerId="ADAL" clId="{1CF1899D-8AC2-4C5B-848A-1F204C177D0B}" dt="2024-11-28T15:21:51.468" v="7572" actId="1076"/>
          <ac:spMkLst>
            <pc:docMk/>
            <pc:sldMk cId="1419388565" sldId="274"/>
            <ac:spMk id="100" creationId="{00742061-C65F-1AB1-7F86-18BE2165CE82}"/>
          </ac:spMkLst>
        </pc:spChg>
        <pc:grpChg chg="del">
          <ac:chgData name="Lucy Brown" userId="5e70d7ba-06ec-45ef-a5a6-41eac0ce51e1" providerId="ADAL" clId="{1CF1899D-8AC2-4C5B-848A-1F204C177D0B}" dt="2024-11-28T14:51:40.534" v="7077" actId="478"/>
          <ac:grpSpMkLst>
            <pc:docMk/>
            <pc:sldMk cId="1419388565" sldId="274"/>
            <ac:grpSpMk id="35" creationId="{C8E4B28D-05BB-AF18-E769-4F94F92B93D1}"/>
          </ac:grpSpMkLst>
        </pc:grp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37" creationId="{BD7DC88F-01EA-B0BB-9F97-E198971AC329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39" creationId="{2BF23848-5481-DEE0-F5AD-AC8F635B77EB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41" creationId="{80D6E5F5-7DD7-03B5-B680-6BEAE8B70F77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43" creationId="{F347AAAF-C271-B557-AB24-EAF604C81F4E}"/>
          </ac:picMkLst>
        </pc:picChg>
        <pc:picChg chg="add del mod">
          <ac:chgData name="Lucy Brown" userId="5e70d7ba-06ec-45ef-a5a6-41eac0ce51e1" providerId="ADAL" clId="{1CF1899D-8AC2-4C5B-848A-1F204C177D0B}" dt="2024-11-28T15:11:06.735" v="7501" actId="478"/>
          <ac:picMkLst>
            <pc:docMk/>
            <pc:sldMk cId="1419388565" sldId="274"/>
            <ac:picMk id="49" creationId="{11CA04AA-0827-C206-D7FF-A0FE41CD57D9}"/>
          </ac:picMkLst>
        </pc:picChg>
        <pc:picChg chg="add del mod">
          <ac:chgData name="Lucy Brown" userId="5e70d7ba-06ec-45ef-a5a6-41eac0ce51e1" providerId="ADAL" clId="{1CF1899D-8AC2-4C5B-848A-1F204C177D0B}" dt="2024-11-28T15:11:06.735" v="7501" actId="478"/>
          <ac:picMkLst>
            <pc:docMk/>
            <pc:sldMk cId="1419388565" sldId="274"/>
            <ac:picMk id="51" creationId="{C6DE0506-4E2F-5118-20DB-CC66B31AC682}"/>
          </ac:picMkLst>
        </pc:picChg>
        <pc:picChg chg="add del mod">
          <ac:chgData name="Lucy Brown" userId="5e70d7ba-06ec-45ef-a5a6-41eac0ce51e1" providerId="ADAL" clId="{1CF1899D-8AC2-4C5B-848A-1F204C177D0B}" dt="2024-11-28T15:11:06.735" v="7501" actId="478"/>
          <ac:picMkLst>
            <pc:docMk/>
            <pc:sldMk cId="1419388565" sldId="274"/>
            <ac:picMk id="53" creationId="{C2930114-B10A-39EA-0410-9AEF551D6248}"/>
          </ac:picMkLst>
        </pc:picChg>
        <pc:picChg chg="add del mod">
          <ac:chgData name="Lucy Brown" userId="5e70d7ba-06ec-45ef-a5a6-41eac0ce51e1" providerId="ADAL" clId="{1CF1899D-8AC2-4C5B-848A-1F204C177D0B}" dt="2024-11-28T15:11:06.735" v="7501" actId="478"/>
          <ac:picMkLst>
            <pc:docMk/>
            <pc:sldMk cId="1419388565" sldId="274"/>
            <ac:picMk id="55" creationId="{571E2816-EC25-8611-477C-D5F634676079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67" creationId="{63732973-9B12-C0C6-3899-430234C7CE9D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69" creationId="{087A4F90-E748-378D-5D1C-AD052C716726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71" creationId="{D704A395-2E35-2125-4826-A397D25DC6C6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73" creationId="{2A802E33-3CBE-FD72-A0E3-DEDFBEF98E81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79" creationId="{82B3F115-5C64-B048-876C-6892308EEFC0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81" creationId="{7A8DE683-B344-3CB4-85C4-9A1B1BF470D8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83" creationId="{5D94E14E-1ABC-7A30-A384-266DC11091DB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85" creationId="{F3BDEEA3-EF5A-825B-01D6-DAC23C5C5001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93" creationId="{207A0E36-CD55-9AB9-A5CA-5C6DCBE47D22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95" creationId="{71A1A040-C06F-6EF6-F732-596492BF16C8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97" creationId="{A4865AEE-B5E4-AB55-330F-8D474501E3EB}"/>
          </ac:picMkLst>
        </pc:picChg>
        <pc:picChg chg="add mod">
          <ac:chgData name="Lucy Brown" userId="5e70d7ba-06ec-45ef-a5a6-41eac0ce51e1" providerId="ADAL" clId="{1CF1899D-8AC2-4C5B-848A-1F204C177D0B}" dt="2024-11-28T15:21:51.468" v="7572" actId="1076"/>
          <ac:picMkLst>
            <pc:docMk/>
            <pc:sldMk cId="1419388565" sldId="274"/>
            <ac:picMk id="98" creationId="{A98DC670-F308-86D8-81BA-74636B6FEC34}"/>
          </ac:picMkLst>
        </pc:picChg>
        <pc:cxnChg chg="add del mod">
          <ac:chgData name="Lucy Brown" userId="5e70d7ba-06ec-45ef-a5a6-41eac0ce51e1" providerId="ADAL" clId="{1CF1899D-8AC2-4C5B-848A-1F204C177D0B}" dt="2024-11-28T15:07:10.285" v="7377" actId="478"/>
          <ac:cxnSpMkLst>
            <pc:docMk/>
            <pc:sldMk cId="1419388565" sldId="274"/>
            <ac:cxnSpMk id="61" creationId="{804CA7CB-F4F6-A4F9-9B5F-9AA75B4EC3EF}"/>
          </ac:cxnSpMkLst>
        </pc:cxnChg>
      </pc:sldChg>
      <pc:sldChg chg="addSp modSp new del mod">
        <pc:chgData name="Lucy Brown" userId="5e70d7ba-06ec-45ef-a5a6-41eac0ce51e1" providerId="ADAL" clId="{1CF1899D-8AC2-4C5B-848A-1F204C177D0B}" dt="2024-11-28T14:51:02.328" v="7076" actId="2696"/>
        <pc:sldMkLst>
          <pc:docMk/>
          <pc:sldMk cId="1296473256" sldId="275"/>
        </pc:sldMkLst>
        <pc:picChg chg="add mod">
          <ac:chgData name="Lucy Brown" userId="5e70d7ba-06ec-45ef-a5a6-41eac0ce51e1" providerId="ADAL" clId="{1CF1899D-8AC2-4C5B-848A-1F204C177D0B}" dt="2024-11-28T14:23:12.610" v="6550" actId="1076"/>
          <ac:picMkLst>
            <pc:docMk/>
            <pc:sldMk cId="1296473256" sldId="275"/>
            <ac:picMk id="5" creationId="{F7A7138B-1C94-8CF6-6B76-A0D1D62219F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59B6D-BD9E-4414-A0FB-9AECEFEBE4BB}" type="datetimeFigureOut">
              <a:rPr lang="en-GB" smtClean="0"/>
              <a:t>28/11/2024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3EDA4-3AAC-456B-A584-F530FA2444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138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3EDA4-3AAC-456B-A584-F530FA2444D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634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CF03-22ED-7368-7420-ECE1E03E3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C260D-439B-7E5D-1203-C531E4E77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608CC-9BE5-61BE-6A50-5CF66CD2A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40FD-6ECE-4F80-8104-BE3829DB4503}" type="datetime1">
              <a:rPr lang="en-GB" smtClean="0"/>
              <a:t>28/11/2024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31F3B-3354-822D-2B04-A9BB9B418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8C364-6CB0-93F0-72BE-4373762B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74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07A4-8A93-3193-8B19-5331993D2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1C7EB-D2A6-61DB-7DB1-B2E9A7EB2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83D16-0DD4-CAD0-4D05-3B3E71CA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89A2-E8E6-4EB4-8E4A-BAB4021D5D39}" type="datetime1">
              <a:rPr lang="en-GB" smtClean="0"/>
              <a:t>28/11/2024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BFA3B-B1DE-E5AD-8BBE-D63EA762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35445-4278-86D5-63B0-DFF274CE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048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6905-FAC4-FC9B-3D0A-C478365D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E261E-DD1B-C389-DC9D-4718F866E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FD4CF-DB5D-1B11-F7DF-5BC298A1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7644-6B6E-4677-B377-ED30275892AB}" type="datetime1">
              <a:rPr lang="en-GB" smtClean="0"/>
              <a:t>28/11/2024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F3EC4-62DF-5E2F-D7A4-0E2340FCB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421BC-5C1A-CDCF-9686-4BE26F48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24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8AC0-C05C-DE1B-FEDF-3DCFEAB8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45A0C-41D7-660A-B4C1-8A7AF324D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8A251-BBDB-A159-B307-BE99BE745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2E558-72B5-96BA-66AA-66BC64857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8DE98-9C3B-4C82-89BF-513ADB2A99EF}" type="datetime1">
              <a:rPr lang="en-GB" smtClean="0"/>
              <a:t>28/11/2024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EB08D-E908-FF2D-D7C7-2B020C12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E7493-789B-FA30-37CA-793A51FF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91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0B88-DE6B-AC32-062C-9DF7E3FAF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B97DC-B500-E9F1-5A52-3662B52EF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84E84-0DA6-F739-EABA-AD2AD6B6E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CDBDA-D80A-AB9C-B757-ABB9B0934D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5EEB38-50AE-37BA-D1AA-FE4A360A3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3C592D-4527-DADB-15ED-0686EC0D8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575D3-A694-4F44-B5AB-A4C5FC6F7E84}" type="datetime1">
              <a:rPr lang="en-GB" smtClean="0"/>
              <a:t>28/11/2024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BD858-38E7-B750-4425-A2F25E04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399D7-81FE-87DE-F107-12D4CD31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34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7375-3487-F256-1932-5F0EB530C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E1DAAA-DEE2-7790-E0B3-FA02255BE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D8E41-F138-4AE8-A493-B96EB06BBABB}" type="datetime1">
              <a:rPr lang="en-GB" smtClean="0"/>
              <a:t>28/11/2024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CA487-0FFC-A274-2144-CC6793266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962FB-EE49-D0C5-E6ED-760AA232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89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8DC67-AABA-FABC-EE20-90D07DC03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652E-C9A0-4786-8147-63082D2055B2}" type="datetime1">
              <a:rPr lang="en-GB" smtClean="0"/>
              <a:t>28/11/2024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67F706-FA53-51A0-8A06-2FAB2999E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B2F91-874D-534E-0D15-1CBEA626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53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F9F8-BC39-3235-0445-9A04E537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92CF7-7582-83E3-3BD6-565E8522D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29061-235A-202A-9C9B-3C3B5E4E2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A36B9-F024-8E38-9F08-CD1903993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5AAB-A2B2-41D6-9FEA-67A00A1E9FD3}" type="datetime1">
              <a:rPr lang="en-GB" smtClean="0"/>
              <a:t>28/11/2024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0C618-232B-F1AB-B42B-98B6D594E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8ADF4-5E27-A8E4-158C-53D8366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06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87B0-4414-8D34-02D0-8A7B0EEC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B1A84-DDFB-5F7A-1579-81F08D04CB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D5A80-7D7D-F8EC-03A1-75AB3DA1F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9FF32-2989-A22A-E1E9-31976630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34AA-BEDE-4781-8C32-79ED302FBDF4}" type="datetime1">
              <a:rPr lang="en-GB" smtClean="0"/>
              <a:t>28/11/2024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6B6B9-E333-EB3A-9628-1869B801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84B0F-2201-0ED0-EE89-4E3D12906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0678-FACF-DE4F-A58B-75654739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E77357-30E8-BD68-F9EC-5D3F038D9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5D516-B42A-93CE-CDDA-342B9913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FF3-1A1C-47A1-8A05-E894F525FBEB}" type="datetime1">
              <a:rPr lang="en-GB" smtClean="0"/>
              <a:t>28/11/2024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E77D4-BC19-EC58-8F0A-2F3B11C8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F9467-DBFF-F75D-304A-57697263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10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FBEC7-A0EC-8856-3573-055CED705F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DFB45-ED2F-2775-AF3A-750F34255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9BFCE-44DC-99F7-C629-6D8BE35F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81670-C8BB-4028-8EB1-A341B98758D6}" type="datetime1">
              <a:rPr lang="en-GB" smtClean="0"/>
              <a:t>28/11/2024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B696E-545C-549B-0592-54BA0EA62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467D9-805C-2D3C-368E-32F0F196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85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D44569-DC8D-76D3-4CBE-0AD4D6D0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41365-536A-03C0-57D8-8704CB4A8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FAE3E-2015-7C69-A317-BF5F017FB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F97C9-9C97-4577-8C84-2A456B41AD08}" type="datetime1">
              <a:rPr lang="en-GB" smtClean="0"/>
              <a:t>28/11/2024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89F78-55C3-B0C1-D352-64F59A958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85C31-7378-7F65-CC79-9A55A348A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6763A-E06D-483A-8A6E-1EB2364FE2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863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9F7F-169A-0ECC-1ECC-8DE820646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0677"/>
            <a:ext cx="9144000" cy="2387600"/>
          </a:xfrm>
        </p:spPr>
        <p:txBody>
          <a:bodyPr>
            <a:noAutofit/>
          </a:bodyPr>
          <a:lstStyle/>
          <a:p>
            <a:r>
              <a:rPr lang="en-GB" sz="4400" dirty="0"/>
              <a:t>A Capture-Recapture Model with Temporary Emigration for Estimating Population Size from Incomplete Registers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E3538DD-692B-2FB5-51AE-5C0A7F3FA5DE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295649" y="3330967"/>
                <a:ext cx="5949044" cy="77401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2800" b="1" dirty="0" smtClean="0"/>
                          <m:t>Lucy</m:t>
                        </m:r>
                        <m:r>
                          <m:rPr>
                            <m:nor/>
                          </m:rPr>
                          <a:rPr lang="en-GB" sz="2800" b="1" dirty="0" smtClean="0"/>
                          <m:t> </m:t>
                        </m:r>
                        <m:r>
                          <m:rPr>
                            <m:nor/>
                          </m:rPr>
                          <a:rPr lang="en-GB" sz="2800" b="1" dirty="0" smtClean="0"/>
                          <m:t>Brown</m:t>
                        </m:r>
                      </m:e>
                      <m:sup>
                        <m:r>
                          <a:rPr lang="en-GB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GB" sz="2800" dirty="0"/>
                  <a:t>: lyb3@kent.ac.uk</a:t>
                </a: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E3538DD-692B-2FB5-51AE-5C0A7F3FA5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295649" y="3330967"/>
                <a:ext cx="5949044" cy="774018"/>
              </a:xfrm>
              <a:blipFill>
                <a:blip r:embed="rId2"/>
                <a:stretch>
                  <a:fillRect t="-11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E55BA5-5077-9FFA-41C5-20EF20168789}"/>
                  </a:ext>
                </a:extLst>
              </p:cNvPr>
              <p:cNvSpPr txBox="1"/>
              <p:nvPr/>
            </p:nvSpPr>
            <p:spPr>
              <a:xfrm>
                <a:off x="1524000" y="3996066"/>
                <a:ext cx="26343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GB" sz="2800" b="0" i="0" smtClean="0"/>
                            <m:t>Eleni</m:t>
                          </m:r>
                          <m:r>
                            <m:rPr>
                              <m:nor/>
                            </m:rPr>
                            <a:rPr lang="en-GB" sz="2800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/>
                            <m:t>Matechou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E55BA5-5077-9FFA-41C5-20EF20168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996066"/>
                <a:ext cx="263434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B7F3CE-93F3-6843-0DA3-C91FC9E3C523}"/>
                  </a:ext>
                </a:extLst>
              </p:cNvPr>
              <p:cNvSpPr txBox="1"/>
              <p:nvPr/>
            </p:nvSpPr>
            <p:spPr>
              <a:xfrm>
                <a:off x="4953000" y="3996066"/>
                <a:ext cx="2634342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GB" sz="2800" i="0" dirty="0" smtClean="0"/>
                            <m:t>Bruno</m:t>
                          </m:r>
                          <m:r>
                            <m:rPr>
                              <m:nor/>
                            </m:rPr>
                            <a:rPr lang="en-GB" sz="280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GB" sz="2800" i="0" dirty="0" smtClean="0"/>
                            <m:t>Santos</m:t>
                          </m:r>
                        </m:e>
                        <m:sup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B7F3CE-93F3-6843-0DA3-C91FC9E3C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996066"/>
                <a:ext cx="2634342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F5A7F1-8401-10E7-B7C4-5B9208766BFE}"/>
                  </a:ext>
                </a:extLst>
              </p:cNvPr>
              <p:cNvSpPr txBox="1"/>
              <p:nvPr/>
            </p:nvSpPr>
            <p:spPr>
              <a:xfrm>
                <a:off x="8240485" y="3996066"/>
                <a:ext cx="30371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Eleonora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Mussino</m:t>
                          </m:r>
                        </m:e>
                        <m:sup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F5A7F1-8401-10E7-B7C4-5B9208766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485" y="3996066"/>
                <a:ext cx="30371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247D50B-B337-8C2F-7A41-863985A79F3F}"/>
              </a:ext>
            </a:extLst>
          </p:cNvPr>
          <p:cNvSpPr txBox="1"/>
          <p:nvPr/>
        </p:nvSpPr>
        <p:spPr>
          <a:xfrm>
            <a:off x="801461" y="5015794"/>
            <a:ext cx="4376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1 University of Kent, UK</a:t>
            </a:r>
          </a:p>
          <a:p>
            <a:r>
              <a:rPr lang="en-GB" sz="2400" i="1" dirty="0"/>
              <a:t>2 University of Lisbon, Portugal</a:t>
            </a:r>
          </a:p>
          <a:p>
            <a:r>
              <a:rPr lang="en-GB" sz="2400" i="1" dirty="0"/>
              <a:t>3 Stockholm University, Sweden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50615C1-1876-C5F5-D657-B59388AC6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8011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7F1BD4D-A000-F4CC-255F-DDA68885A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550" y="4822383"/>
            <a:ext cx="2535989" cy="124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3502155-3E7E-A932-0B01-FB17430BF00D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3B10D1-2089-91FE-4A78-85528337A73C}"/>
              </a:ext>
            </a:extLst>
          </p:cNvPr>
          <p:cNvSpPr/>
          <p:nvPr/>
        </p:nvSpPr>
        <p:spPr>
          <a:xfrm>
            <a:off x="0" y="655580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B873B-5A58-81AC-7D96-0E84E311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1</a:t>
            </a:fld>
            <a:endParaRPr lang="en-GB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07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D61F-3AD3-0DFE-CBCA-A45D10B2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Motivating Case Study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EB384-8308-4C8A-B8F1-2C021DDB3E9D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41E418-99DA-EE21-D0CE-275D5325B8D6}"/>
              </a:ext>
            </a:extLst>
          </p:cNvPr>
          <p:cNvSpPr txBox="1">
            <a:spLocks/>
          </p:cNvSpPr>
          <p:nvPr/>
        </p:nvSpPr>
        <p:spPr>
          <a:xfrm>
            <a:off x="555170" y="1645386"/>
            <a:ext cx="10885715" cy="2119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Overcoverage:</a:t>
            </a:r>
          </a:p>
          <a:p>
            <a:r>
              <a:rPr lang="en-GB" sz="2400" kern="0" dirty="0">
                <a:ea typeface="DengXian" panose="02010600030101010101" pitchFamily="2" charset="-122"/>
                <a:cs typeface="AngsanaUPC" panose="02020603050405020304" pitchFamily="18" charset="-34"/>
              </a:rPr>
              <a:t>Due to imperfect emigration and/or death registration</a:t>
            </a:r>
          </a:p>
          <a:p>
            <a:r>
              <a:rPr lang="en-GB" sz="2400" kern="0" dirty="0">
                <a:ea typeface="DengXian" panose="02010600030101010101" pitchFamily="2" charset="-122"/>
                <a:cs typeface="AngsanaUPC" panose="02020603050405020304" pitchFamily="18" charset="-34"/>
              </a:rPr>
              <a:t>Leads to serious bias in population estimates</a:t>
            </a:r>
          </a:p>
          <a:p>
            <a:r>
              <a:rPr lang="en-GB" sz="2400" kern="0" dirty="0">
                <a:ea typeface="DengXian" panose="02010600030101010101" pitchFamily="2" charset="-122"/>
                <a:cs typeface="AngsanaUPC" panose="02020603050405020304" pitchFamily="18" charset="-34"/>
              </a:rPr>
              <a:t>Negatively influences policy-making and research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8A2F12-C449-0B84-B8C1-3AC6FFE574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5170" y="3887616"/>
                <a:ext cx="11081656" cy="22467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b="1" dirty="0"/>
                  <a:t>Overcoverage Estimation:</a:t>
                </a:r>
              </a:p>
              <a:p>
                <a:pPr algn="l"/>
                <a:r>
                  <a:rPr lang="en-GB" sz="2400" kern="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AngsanaUPC" panose="02020603050405020304" pitchFamily="18" charset="-34"/>
                  </a:rPr>
                  <a:t>Existing approache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600" i="1" kern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ngsanaUPC" panose="02020603050405020304" pitchFamily="18" charset="-34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2600" b="0" i="0" kern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ngsanaUPC" panose="02020603050405020304" pitchFamily="18" charset="-34"/>
                          </a:rPr>
                          <m:t>s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GB" sz="2600" b="0" i="1" kern="0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ngsanaUPC" panose="02020603050405020304" pitchFamily="18" charset="-34"/>
                              </a:rPr>
                            </m:ctrlPr>
                          </m:dPr>
                          <m:e>
                            <m:r>
                              <a:rPr lang="en-GB" sz="2600" b="0" i="1" kern="0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ngsanaUPC" panose="02020603050405020304" pitchFamily="18" charset="-34"/>
                              </a:rPr>
                              <m:t>1</m:t>
                            </m:r>
                          </m:e>
                        </m:d>
                        <m:r>
                          <a:rPr lang="en-GB" sz="2600" b="0" i="1" kern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ngsanaUPC" panose="02020603050405020304" pitchFamily="18" charset="-34"/>
                          </a:rPr>
                          <m:t>[2]</m:t>
                        </m:r>
                      </m:sup>
                    </m:sSup>
                  </m:oMath>
                </a14:m>
                <a:r>
                  <a:rPr lang="en-GB" sz="2400" kern="0" dirty="0">
                    <a:effectLst/>
                    <a:ea typeface="DengXian" panose="02010600030101010101" pitchFamily="2" charset="-122"/>
                    <a:cs typeface="AngsanaUPC" panose="02020603050405020304" pitchFamily="18" charset="-34"/>
                  </a:rPr>
                  <a:t> in Sweden </a:t>
                </a:r>
                <a:r>
                  <a:rPr lang="en-GB" sz="2400" kern="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AngsanaUPC" panose="02020603050405020304" pitchFamily="18" charset="-34"/>
                  </a:rPr>
                  <a:t>rely on multiple systems estimation (MSE) and only consider annual snapshots of the register data</a:t>
                </a:r>
              </a:p>
              <a:p>
                <a:pPr algn="l"/>
                <a:r>
                  <a:rPr lang="en-GB" sz="2400" kern="0" dirty="0">
                    <a:ea typeface="DengXian" panose="02010600030101010101" pitchFamily="2" charset="-122"/>
                    <a:cs typeface="AngsanaUPC" panose="02020603050405020304" pitchFamily="18" charset="-34"/>
                  </a:rPr>
                  <a:t>Instead, w</a:t>
                </a:r>
                <a:r>
                  <a:rPr lang="en-GB" sz="2400" kern="0" dirty="0">
                    <a:effectLst/>
                    <a:ea typeface="DengXian" panose="02010600030101010101" pitchFamily="2" charset="-122"/>
                    <a:cs typeface="AngsanaUPC" panose="02020603050405020304" pitchFamily="18" charset="-34"/>
                  </a:rPr>
                  <a:t>e have employed a longitudinal approach, following individuals, and hence registers, over different years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8A2F12-C449-0B84-B8C1-3AC6FFE57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0" y="3887616"/>
                <a:ext cx="11081656" cy="2246769"/>
              </a:xfrm>
              <a:prstGeom prst="rect">
                <a:avLst/>
              </a:prstGeom>
              <a:blipFill>
                <a:blip r:embed="rId2"/>
                <a:stretch>
                  <a:fillRect l="-1100" t="-48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6203764-E302-00FB-9131-0D985BC5D425}"/>
              </a:ext>
            </a:extLst>
          </p:cNvPr>
          <p:cNvSpPr txBox="1"/>
          <p:nvPr/>
        </p:nvSpPr>
        <p:spPr>
          <a:xfrm>
            <a:off x="8186057" y="522002"/>
            <a:ext cx="3809999" cy="2462213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[1] Andrea Monti, Sven </a:t>
            </a:r>
            <a:r>
              <a:rPr lang="en-GB" sz="1400" b="0" i="0" u="none" strike="noStrike" baseline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Drefahl</a:t>
            </a:r>
            <a:r>
              <a:rPr lang="en-GB" sz="14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, Eleonora Mussino, and Juho </a:t>
            </a:r>
            <a:r>
              <a:rPr lang="en-GB" sz="1400" b="0" i="0" u="none" strike="noStrike" baseline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H</a:t>
            </a:r>
            <a:r>
              <a:rPr lang="en-GB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ä</a:t>
            </a:r>
            <a:r>
              <a:rPr lang="en-GB" sz="1400" b="0" i="0" u="none" strike="noStrike" baseline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rk</a:t>
            </a:r>
            <a:r>
              <a:rPr lang="en-GB" sz="1400" b="0" i="0" u="none" strike="noStrike" baseline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</a:rPr>
              <a:t>ö</a:t>
            </a:r>
            <a:r>
              <a:rPr lang="en-GB" sz="1400" b="0" i="0" u="none" strike="noStrike" baseline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nen</a:t>
            </a:r>
            <a:r>
              <a:rPr lang="en-GB" sz="14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. Over-coverage in population registers leads to bias in demographic </a:t>
            </a:r>
            <a:r>
              <a:rPr lang="fr-FR" sz="1400" b="0" i="0" u="none" strike="noStrike" baseline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estimates</a:t>
            </a:r>
            <a:r>
              <a:rPr lang="fr-FR" sz="14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. </a:t>
            </a:r>
            <a:r>
              <a:rPr lang="fr-FR" sz="14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MSSI9"/>
              </a:rPr>
              <a:t>Population </a:t>
            </a:r>
            <a:r>
              <a:rPr lang="fr-FR" sz="1400" b="0" i="0" u="none" strike="noStrike" baseline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MSSI9"/>
              </a:rPr>
              <a:t>Studies</a:t>
            </a:r>
            <a:r>
              <a:rPr lang="fr-FR" sz="14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, 74(3):451–469, 2020</a:t>
            </a:r>
          </a:p>
          <a:p>
            <a:pPr algn="l"/>
            <a:endParaRPr lang="fr-FR" sz="1400" b="0" i="0" u="none" strike="noStrike" baseline="0" dirty="0">
              <a:solidFill>
                <a:schemeClr val="tx1">
                  <a:lumMod val="65000"/>
                  <a:lumOff val="35000"/>
                </a:schemeClr>
              </a:solidFill>
              <a:latin typeface="CMSS9"/>
            </a:endParaRPr>
          </a:p>
          <a:p>
            <a:pPr algn="l"/>
            <a:r>
              <a:rPr lang="en-GB" sz="14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[2] Eleonora Mussino, Bruno Santos, Andrea Monti, Eleni Matechou, and Sven </a:t>
            </a:r>
            <a:r>
              <a:rPr lang="en-GB" sz="1400" b="0" i="0" u="none" strike="noStrike" baseline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Drefahl</a:t>
            </a:r>
            <a:r>
              <a:rPr lang="en-GB" sz="14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. Multiple systems estimation for studying over-coverage and its heterogeneity in population registers. </a:t>
            </a:r>
            <a:r>
              <a:rPr lang="en-GB" sz="14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MSSI9"/>
              </a:rPr>
              <a:t>Quality &amp; Quantity</a:t>
            </a:r>
            <a:r>
              <a:rPr lang="en-GB" sz="1400" b="0" i="0" u="none" strike="noStrik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MSS9"/>
              </a:rPr>
              <a:t>, pages 1–24, 2023</a:t>
            </a:r>
            <a:endParaRPr lang="en-GB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03CB8A-087A-0E04-1139-6080FDF11CED}"/>
              </a:ext>
            </a:extLst>
          </p:cNvPr>
          <p:cNvSpPr/>
          <p:nvPr/>
        </p:nvSpPr>
        <p:spPr>
          <a:xfrm>
            <a:off x="-2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E9EF2941-E509-24CA-F3D4-58FF19D8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2</a:t>
            </a:fld>
            <a:endParaRPr lang="en-GB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986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B09ED-7790-3B52-4A95-88E10F5DD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52659C-DF6E-F914-0332-029A712A339A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2310BD-682B-1BC8-CA9A-55ED69182A27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28A7BB4-6075-D676-DDCE-812086D3E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9" t="13601" r="3560" b="5356"/>
          <a:stretch/>
        </p:blipFill>
        <p:spPr>
          <a:xfrm>
            <a:off x="3432379" y="1573973"/>
            <a:ext cx="8531020" cy="47624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094D10-D98D-BCEF-7625-CEF5370828A4}"/>
              </a:ext>
            </a:extLst>
          </p:cNvPr>
          <p:cNvSpPr txBox="1"/>
          <p:nvPr/>
        </p:nvSpPr>
        <p:spPr>
          <a:xfrm>
            <a:off x="3301751" y="1573973"/>
            <a:ext cx="23261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n-GB" sz="36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578E2B5-9CE6-B086-21E6-56B0DAAD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Swedish Register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AEA39-72AC-D273-FA07-B45D1195BCF8}"/>
              </a:ext>
            </a:extLst>
          </p:cNvPr>
          <p:cNvSpPr txBox="1"/>
          <p:nvPr/>
        </p:nvSpPr>
        <p:spPr>
          <a:xfrm>
            <a:off x="391887" y="1580403"/>
            <a:ext cx="52360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b="0" i="0" u="none" strike="noStrike" baseline="0" dirty="0"/>
              <a:t>Provided by the Swedish National Institute of Statistics (Statistics Sweden - SCB)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F538A1-3B63-1E72-685A-D3885AC2F6BF}"/>
              </a:ext>
            </a:extLst>
          </p:cNvPr>
          <p:cNvSpPr txBox="1"/>
          <p:nvPr/>
        </p:nvSpPr>
        <p:spPr>
          <a:xfrm>
            <a:off x="391887" y="2928257"/>
            <a:ext cx="290986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200" b="0" i="0" u="none" strike="noStrike" baseline="0" dirty="0"/>
              <a:t>All foreign-born residents who first entered Sweden between the years 2003 and 2016 as adults</a:t>
            </a:r>
          </a:p>
          <a:p>
            <a:endParaRPr lang="en-GB" dirty="0"/>
          </a:p>
        </p:txBody>
      </p:sp>
      <p:sp>
        <p:nvSpPr>
          <p:cNvPr id="3" name="Slide Number Placeholder 10">
            <a:extLst>
              <a:ext uri="{FF2B5EF4-FFF2-40B4-BE49-F238E27FC236}">
                <a16:creationId xmlns:a16="http://schemas.microsoft.com/office/drawing/2014/main" id="{07509316-09E9-587B-AA70-F5C51D624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3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A322C1-8875-A601-5218-98EEBAD64F5F}"/>
              </a:ext>
            </a:extLst>
          </p:cNvPr>
          <p:cNvSpPr txBox="1"/>
          <p:nvPr/>
        </p:nvSpPr>
        <p:spPr>
          <a:xfrm>
            <a:off x="859971" y="5277597"/>
            <a:ext cx="179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(This is not real data)</a:t>
            </a:r>
          </a:p>
        </p:txBody>
      </p:sp>
    </p:spTree>
    <p:extLst>
      <p:ext uri="{BB962C8B-B14F-4D97-AF65-F5344CB8AC3E}">
        <p14:creationId xmlns:p14="http://schemas.microsoft.com/office/powerpoint/2010/main" val="320317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0DF89-25B0-A73D-4CB1-06B6D649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EB8D7-B027-2001-9A4C-FF14B29DB8EB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2419F2-1E35-51C5-DCE9-35ED09B5E13E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E9FF239-DB7B-7F92-15C7-BF8FAE78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Observations</a:t>
            </a:r>
          </a:p>
        </p:txBody>
      </p:sp>
      <p:sp>
        <p:nvSpPr>
          <p:cNvPr id="3" name="Slide Number Placeholder 10">
            <a:extLst>
              <a:ext uri="{FF2B5EF4-FFF2-40B4-BE49-F238E27FC236}">
                <a16:creationId xmlns:a16="http://schemas.microsoft.com/office/drawing/2014/main" id="{CDB2BD07-7321-E0CB-B6D1-C195E851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4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26EED-76D8-96C8-80BF-5B47AE77C4AD}"/>
              </a:ext>
            </a:extLst>
          </p:cNvPr>
          <p:cNvSpPr txBox="1"/>
          <p:nvPr/>
        </p:nvSpPr>
        <p:spPr>
          <a:xfrm>
            <a:off x="5067299" y="374665"/>
            <a:ext cx="6981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 individual is observed on some </a:t>
            </a:r>
            <a:r>
              <a:rPr lang="en-GB" b="1" dirty="0"/>
              <a:t>combination of R registers</a:t>
            </a:r>
            <a:r>
              <a:rPr lang="en-GB" dirty="0"/>
              <a:t>, on which they can be observed (1) or not observed (0), i.e. 2 possible outcomes for each register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7B6D5F-7FD7-7A4D-C4B4-AFD037145185}"/>
                  </a:ext>
                </a:extLst>
              </p:cNvPr>
              <p:cNvSpPr txBox="1"/>
              <p:nvPr/>
            </p:nvSpPr>
            <p:spPr>
              <a:xfrm>
                <a:off x="8336755" y="1127562"/>
                <a:ext cx="28538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GB" dirty="0"/>
                  <a:t> register combinations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7B6D5F-7FD7-7A4D-C4B4-AFD037145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6755" y="1127562"/>
                <a:ext cx="2853858" cy="276999"/>
              </a:xfrm>
              <a:prstGeom prst="rect">
                <a:avLst/>
              </a:prstGeom>
              <a:blipFill>
                <a:blip r:embed="rId2"/>
                <a:stretch>
                  <a:fillRect l="-2350" t="-26667" r="-4274" b="-5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02F77B60-A534-934D-A9EB-B86808B71192}"/>
              </a:ext>
            </a:extLst>
          </p:cNvPr>
          <p:cNvSpPr txBox="1"/>
          <p:nvPr/>
        </p:nvSpPr>
        <p:spPr>
          <a:xfrm>
            <a:off x="4489853" y="4129456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(1,1)</a:t>
            </a:r>
          </a:p>
        </p:txBody>
      </p:sp>
      <p:pic>
        <p:nvPicPr>
          <p:cNvPr id="37" name="Graphic 36" descr="Arrow Right outline">
            <a:extLst>
              <a:ext uri="{FF2B5EF4-FFF2-40B4-BE49-F238E27FC236}">
                <a16:creationId xmlns:a16="http://schemas.microsoft.com/office/drawing/2014/main" id="{BD7DC88F-01EA-B0BB-9F97-E198971AC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7078" y="4044823"/>
            <a:ext cx="571500" cy="5715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D163D73-E541-FF36-8F8F-254CE9F1B491}"/>
              </a:ext>
            </a:extLst>
          </p:cNvPr>
          <p:cNvSpPr txBox="1"/>
          <p:nvPr/>
        </p:nvSpPr>
        <p:spPr>
          <a:xfrm>
            <a:off x="5747153" y="4129456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(0,1)</a:t>
            </a:r>
          </a:p>
        </p:txBody>
      </p:sp>
      <p:pic>
        <p:nvPicPr>
          <p:cNvPr id="39" name="Graphic 38" descr="Arrow Right outline">
            <a:extLst>
              <a:ext uri="{FF2B5EF4-FFF2-40B4-BE49-F238E27FC236}">
                <a16:creationId xmlns:a16="http://schemas.microsoft.com/office/drawing/2014/main" id="{2BF23848-5481-DEE0-F5AD-AC8F635B7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2953" y="4044823"/>
            <a:ext cx="571500" cy="5715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46EE3BF-D769-0451-02E1-DA115F7D7699}"/>
              </a:ext>
            </a:extLst>
          </p:cNvPr>
          <p:cNvSpPr txBox="1"/>
          <p:nvPr/>
        </p:nvSpPr>
        <p:spPr>
          <a:xfrm>
            <a:off x="7033028" y="4129456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(0,0)</a:t>
            </a:r>
          </a:p>
        </p:txBody>
      </p:sp>
      <p:pic>
        <p:nvPicPr>
          <p:cNvPr id="41" name="Graphic 40" descr="Arrow Right outline">
            <a:extLst>
              <a:ext uri="{FF2B5EF4-FFF2-40B4-BE49-F238E27FC236}">
                <a16:creationId xmlns:a16="http://schemas.microsoft.com/office/drawing/2014/main" id="{80D6E5F5-7DD7-03B5-B680-6BEAE8B70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9778" y="4039850"/>
            <a:ext cx="571500" cy="5715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64939F4-8BE9-B15A-5CC3-67B665E04D0F}"/>
              </a:ext>
            </a:extLst>
          </p:cNvPr>
          <p:cNvSpPr txBox="1"/>
          <p:nvPr/>
        </p:nvSpPr>
        <p:spPr>
          <a:xfrm>
            <a:off x="8299853" y="4124483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(0,0)</a:t>
            </a:r>
          </a:p>
        </p:txBody>
      </p:sp>
      <p:pic>
        <p:nvPicPr>
          <p:cNvPr id="43" name="Graphic 42" descr="Arrow Right outline">
            <a:extLst>
              <a:ext uri="{FF2B5EF4-FFF2-40B4-BE49-F238E27FC236}">
                <a16:creationId xmlns:a16="http://schemas.microsoft.com/office/drawing/2014/main" id="{F347AAAF-C271-B557-AB24-EAF604C81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5653" y="4039850"/>
            <a:ext cx="571500" cy="5715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BBECF35-CB92-4607-D977-974F280F3272}"/>
              </a:ext>
            </a:extLst>
          </p:cNvPr>
          <p:cNvSpPr txBox="1"/>
          <p:nvPr/>
        </p:nvSpPr>
        <p:spPr>
          <a:xfrm>
            <a:off x="9585728" y="4124483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(1,0)</a:t>
            </a:r>
          </a:p>
        </p:txBody>
      </p:sp>
      <p:sp>
        <p:nvSpPr>
          <p:cNvPr id="45" name="Left Bracket 44">
            <a:extLst>
              <a:ext uri="{FF2B5EF4-FFF2-40B4-BE49-F238E27FC236}">
                <a16:creationId xmlns:a16="http://schemas.microsoft.com/office/drawing/2014/main" id="{E1AAE518-02DF-4E26-9588-1377E58A98C7}"/>
              </a:ext>
            </a:extLst>
          </p:cNvPr>
          <p:cNvSpPr/>
          <p:nvPr/>
        </p:nvSpPr>
        <p:spPr>
          <a:xfrm rot="16200000">
            <a:off x="7931545" y="3741374"/>
            <a:ext cx="107965" cy="1762127"/>
          </a:xfrm>
          <a:prstGeom prst="leftBracke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13A58E-1131-2385-F4E6-74FFF05BE63F}"/>
              </a:ext>
            </a:extLst>
          </p:cNvPr>
          <p:cNvSpPr txBox="1"/>
          <p:nvPr/>
        </p:nvSpPr>
        <p:spPr>
          <a:xfrm>
            <a:off x="6925870" y="4725202"/>
            <a:ext cx="2119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Have they been missed or are they not there anymore?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2577C5-2F5E-2FDF-350D-4098269393C6}"/>
              </a:ext>
            </a:extLst>
          </p:cNvPr>
          <p:cNvSpPr txBox="1"/>
          <p:nvPr/>
        </p:nvSpPr>
        <p:spPr>
          <a:xfrm>
            <a:off x="1231108" y="1864151"/>
            <a:ext cx="211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Example Person #1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96DA24-E8AE-78F2-A465-2DB3A47E282C}"/>
              </a:ext>
            </a:extLst>
          </p:cNvPr>
          <p:cNvSpPr txBox="1"/>
          <p:nvPr/>
        </p:nvSpPr>
        <p:spPr>
          <a:xfrm>
            <a:off x="1231108" y="4145782"/>
            <a:ext cx="211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Example Person #2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9E4F54-B84F-E685-7DA6-1DD4B2B549E8}"/>
              </a:ext>
            </a:extLst>
          </p:cNvPr>
          <p:cNvSpPr txBox="1"/>
          <p:nvPr/>
        </p:nvSpPr>
        <p:spPr>
          <a:xfrm>
            <a:off x="4463659" y="1865187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(0,1)</a:t>
            </a:r>
          </a:p>
        </p:txBody>
      </p:sp>
      <p:pic>
        <p:nvPicPr>
          <p:cNvPr id="67" name="Graphic 66" descr="Arrow Right outline">
            <a:extLst>
              <a:ext uri="{FF2B5EF4-FFF2-40B4-BE49-F238E27FC236}">
                <a16:creationId xmlns:a16="http://schemas.microsoft.com/office/drawing/2014/main" id="{63732973-9B12-C0C6-3899-430234C7C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0884" y="1780554"/>
            <a:ext cx="571500" cy="5715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087F866-35AB-1696-72FA-562C7825DB4C}"/>
              </a:ext>
            </a:extLst>
          </p:cNvPr>
          <p:cNvSpPr txBox="1"/>
          <p:nvPr/>
        </p:nvSpPr>
        <p:spPr>
          <a:xfrm>
            <a:off x="5720959" y="1865187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(1,1)</a:t>
            </a:r>
          </a:p>
        </p:txBody>
      </p:sp>
      <p:pic>
        <p:nvPicPr>
          <p:cNvPr id="69" name="Graphic 68" descr="Arrow Right outline">
            <a:extLst>
              <a:ext uri="{FF2B5EF4-FFF2-40B4-BE49-F238E27FC236}">
                <a16:creationId xmlns:a16="http://schemas.microsoft.com/office/drawing/2014/main" id="{087A4F90-E748-378D-5D1C-AD052C716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6759" y="1780554"/>
            <a:ext cx="571500" cy="5715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1C84182-B1F4-545D-DFB1-499F616AE334}"/>
              </a:ext>
            </a:extLst>
          </p:cNvPr>
          <p:cNvSpPr txBox="1"/>
          <p:nvPr/>
        </p:nvSpPr>
        <p:spPr>
          <a:xfrm>
            <a:off x="7006834" y="1865187"/>
            <a:ext cx="657225" cy="369332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(0,0)</a:t>
            </a:r>
          </a:p>
        </p:txBody>
      </p:sp>
      <p:pic>
        <p:nvPicPr>
          <p:cNvPr id="71" name="Graphic 70" descr="Arrow Right outline">
            <a:extLst>
              <a:ext uri="{FF2B5EF4-FFF2-40B4-BE49-F238E27FC236}">
                <a16:creationId xmlns:a16="http://schemas.microsoft.com/office/drawing/2014/main" id="{D704A395-2E35-2125-4826-A397D25DC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3584" y="1775581"/>
            <a:ext cx="571500" cy="5715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BB554998-8843-176E-13BA-4AEF3EB1212C}"/>
              </a:ext>
            </a:extLst>
          </p:cNvPr>
          <p:cNvSpPr txBox="1"/>
          <p:nvPr/>
        </p:nvSpPr>
        <p:spPr>
          <a:xfrm>
            <a:off x="8273659" y="1860214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(0,0)</a:t>
            </a:r>
          </a:p>
        </p:txBody>
      </p:sp>
      <p:pic>
        <p:nvPicPr>
          <p:cNvPr id="73" name="Graphic 72" descr="Arrow Right outline">
            <a:extLst>
              <a:ext uri="{FF2B5EF4-FFF2-40B4-BE49-F238E27FC236}">
                <a16:creationId xmlns:a16="http://schemas.microsoft.com/office/drawing/2014/main" id="{2A802E33-3CBE-FD72-A0E3-DEDFBEF98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9459" y="1775581"/>
            <a:ext cx="571500" cy="5715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A5F1DC3C-F7F6-E34E-A1B6-CE80CB04E994}"/>
              </a:ext>
            </a:extLst>
          </p:cNvPr>
          <p:cNvSpPr txBox="1"/>
          <p:nvPr/>
        </p:nvSpPr>
        <p:spPr>
          <a:xfrm>
            <a:off x="9559534" y="1860214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(0,0)</a:t>
            </a:r>
          </a:p>
        </p:txBody>
      </p:sp>
      <p:sp>
        <p:nvSpPr>
          <p:cNvPr id="75" name="Left Bracket 74">
            <a:extLst>
              <a:ext uri="{FF2B5EF4-FFF2-40B4-BE49-F238E27FC236}">
                <a16:creationId xmlns:a16="http://schemas.microsoft.com/office/drawing/2014/main" id="{C69C13D5-7994-FC6C-BD51-7FF6F1E9B4C9}"/>
              </a:ext>
            </a:extLst>
          </p:cNvPr>
          <p:cNvSpPr/>
          <p:nvPr/>
        </p:nvSpPr>
        <p:spPr>
          <a:xfrm rot="16200000">
            <a:off x="8486812" y="1316477"/>
            <a:ext cx="64231" cy="3148011"/>
          </a:xfrm>
          <a:prstGeom prst="leftBracke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1D0C26C-581A-6FE1-B96F-D678CF952E15}"/>
              </a:ext>
            </a:extLst>
          </p:cNvPr>
          <p:cNvSpPr txBox="1"/>
          <p:nvPr/>
        </p:nvSpPr>
        <p:spPr>
          <a:xfrm>
            <a:off x="6944922" y="2984485"/>
            <a:ext cx="3317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Dead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6B3CE53-14E3-BAC3-81C0-55F4E7D779F5}"/>
              </a:ext>
            </a:extLst>
          </p:cNvPr>
          <p:cNvSpPr txBox="1"/>
          <p:nvPr/>
        </p:nvSpPr>
        <p:spPr>
          <a:xfrm>
            <a:off x="6844911" y="2217087"/>
            <a:ext cx="99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Death recorded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12DB1F-762F-B6D8-FDD5-6F77ADCE96AF}"/>
              </a:ext>
            </a:extLst>
          </p:cNvPr>
          <p:cNvSpPr txBox="1"/>
          <p:nvPr/>
        </p:nvSpPr>
        <p:spPr>
          <a:xfrm>
            <a:off x="4463659" y="3331277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alive</a:t>
            </a:r>
          </a:p>
        </p:txBody>
      </p:sp>
      <p:pic>
        <p:nvPicPr>
          <p:cNvPr id="79" name="Graphic 78" descr="Arrow Right outline">
            <a:extLst>
              <a:ext uri="{FF2B5EF4-FFF2-40B4-BE49-F238E27FC236}">
                <a16:creationId xmlns:a16="http://schemas.microsoft.com/office/drawing/2014/main" id="{82B3F115-5C64-B048-876C-6892308EE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0884" y="3246644"/>
            <a:ext cx="571500" cy="5715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C2BA14D7-6801-BF3C-EFAC-DCC5AC6178A5}"/>
              </a:ext>
            </a:extLst>
          </p:cNvPr>
          <p:cNvSpPr txBox="1"/>
          <p:nvPr/>
        </p:nvSpPr>
        <p:spPr>
          <a:xfrm>
            <a:off x="5720959" y="3331277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alive</a:t>
            </a:r>
          </a:p>
        </p:txBody>
      </p:sp>
      <p:pic>
        <p:nvPicPr>
          <p:cNvPr id="81" name="Graphic 80" descr="Arrow Right outline">
            <a:extLst>
              <a:ext uri="{FF2B5EF4-FFF2-40B4-BE49-F238E27FC236}">
                <a16:creationId xmlns:a16="http://schemas.microsoft.com/office/drawing/2014/main" id="{7A8DE683-B344-3CB4-85C4-9A1B1BF47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6759" y="3246644"/>
            <a:ext cx="571500" cy="5715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8BA67539-0024-70B1-5C18-76361C58DDBD}"/>
              </a:ext>
            </a:extLst>
          </p:cNvPr>
          <p:cNvSpPr txBox="1"/>
          <p:nvPr/>
        </p:nvSpPr>
        <p:spPr>
          <a:xfrm>
            <a:off x="6959209" y="334027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dead</a:t>
            </a:r>
          </a:p>
        </p:txBody>
      </p:sp>
      <p:pic>
        <p:nvPicPr>
          <p:cNvPr id="83" name="Graphic 82" descr="Arrow Right outline">
            <a:extLst>
              <a:ext uri="{FF2B5EF4-FFF2-40B4-BE49-F238E27FC236}">
                <a16:creationId xmlns:a16="http://schemas.microsoft.com/office/drawing/2014/main" id="{5D94E14E-1ABC-7A30-A384-266DC1109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3584" y="3241671"/>
            <a:ext cx="571500" cy="571500"/>
          </a:xfrm>
          <a:prstGeom prst="rect">
            <a:avLst/>
          </a:prstGeom>
        </p:spPr>
      </p:pic>
      <p:pic>
        <p:nvPicPr>
          <p:cNvPr id="85" name="Graphic 84" descr="Arrow Right outline">
            <a:extLst>
              <a:ext uri="{FF2B5EF4-FFF2-40B4-BE49-F238E27FC236}">
                <a16:creationId xmlns:a16="http://schemas.microsoft.com/office/drawing/2014/main" id="{F3BDEEA3-EF5A-825B-01D6-DAC23C5C5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9459" y="3241671"/>
            <a:ext cx="571500" cy="57150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B8D0778B-3D8E-8D43-E4EF-7F726492501D}"/>
              </a:ext>
            </a:extLst>
          </p:cNvPr>
          <p:cNvSpPr txBox="1"/>
          <p:nvPr/>
        </p:nvSpPr>
        <p:spPr>
          <a:xfrm>
            <a:off x="8287946" y="334027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dead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A84B156-6EB9-BF99-FB66-DA1F030D9F1F}"/>
              </a:ext>
            </a:extLst>
          </p:cNvPr>
          <p:cNvSpPr txBox="1"/>
          <p:nvPr/>
        </p:nvSpPr>
        <p:spPr>
          <a:xfrm>
            <a:off x="9576205" y="334027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dead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0695DD1-CEBE-D27E-7C6F-E8810E271699}"/>
              </a:ext>
            </a:extLst>
          </p:cNvPr>
          <p:cNvSpPr/>
          <p:nvPr/>
        </p:nvSpPr>
        <p:spPr>
          <a:xfrm>
            <a:off x="853674" y="1724224"/>
            <a:ext cx="10422742" cy="216437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4136148-A9F4-7757-E248-05A9068902D3}"/>
              </a:ext>
            </a:extLst>
          </p:cNvPr>
          <p:cNvSpPr/>
          <p:nvPr/>
        </p:nvSpPr>
        <p:spPr>
          <a:xfrm>
            <a:off x="838200" y="3973229"/>
            <a:ext cx="10422742" cy="216437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ECFF94B-3B4C-DF24-DF6E-87552C7631CB}"/>
              </a:ext>
            </a:extLst>
          </p:cNvPr>
          <p:cNvSpPr txBox="1"/>
          <p:nvPr/>
        </p:nvSpPr>
        <p:spPr>
          <a:xfrm>
            <a:off x="4463659" y="5587542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alive</a:t>
            </a:r>
          </a:p>
        </p:txBody>
      </p:sp>
      <p:pic>
        <p:nvPicPr>
          <p:cNvPr id="93" name="Graphic 92" descr="Arrow Right outline">
            <a:extLst>
              <a:ext uri="{FF2B5EF4-FFF2-40B4-BE49-F238E27FC236}">
                <a16:creationId xmlns:a16="http://schemas.microsoft.com/office/drawing/2014/main" id="{207A0E36-CD55-9AB9-A5CA-5C6DCBE47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0884" y="5502909"/>
            <a:ext cx="571500" cy="57150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0B3A0573-0928-74B7-4130-6769DB3AE014}"/>
              </a:ext>
            </a:extLst>
          </p:cNvPr>
          <p:cNvSpPr txBox="1"/>
          <p:nvPr/>
        </p:nvSpPr>
        <p:spPr>
          <a:xfrm>
            <a:off x="5720959" y="5587542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alive</a:t>
            </a:r>
          </a:p>
        </p:txBody>
      </p:sp>
      <p:pic>
        <p:nvPicPr>
          <p:cNvPr id="95" name="Graphic 94" descr="Arrow Right outline">
            <a:extLst>
              <a:ext uri="{FF2B5EF4-FFF2-40B4-BE49-F238E27FC236}">
                <a16:creationId xmlns:a16="http://schemas.microsoft.com/office/drawing/2014/main" id="{71A1A040-C06F-6EF6-F732-596492BF1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6759" y="5502909"/>
            <a:ext cx="571500" cy="57150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3D2F050A-F1CD-1945-EBA6-B4B2C22EFEC2}"/>
              </a:ext>
            </a:extLst>
          </p:cNvPr>
          <p:cNvSpPr txBox="1"/>
          <p:nvPr/>
        </p:nvSpPr>
        <p:spPr>
          <a:xfrm>
            <a:off x="6959209" y="5596542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?</a:t>
            </a:r>
          </a:p>
        </p:txBody>
      </p:sp>
      <p:pic>
        <p:nvPicPr>
          <p:cNvPr id="97" name="Graphic 96" descr="Arrow Right outline">
            <a:extLst>
              <a:ext uri="{FF2B5EF4-FFF2-40B4-BE49-F238E27FC236}">
                <a16:creationId xmlns:a16="http://schemas.microsoft.com/office/drawing/2014/main" id="{A4865AEE-B5E4-AB55-330F-8D474501E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3584" y="5497936"/>
            <a:ext cx="571500" cy="571500"/>
          </a:xfrm>
          <a:prstGeom prst="rect">
            <a:avLst/>
          </a:prstGeom>
        </p:spPr>
      </p:pic>
      <p:pic>
        <p:nvPicPr>
          <p:cNvPr id="98" name="Graphic 97" descr="Arrow Right outline">
            <a:extLst>
              <a:ext uri="{FF2B5EF4-FFF2-40B4-BE49-F238E27FC236}">
                <a16:creationId xmlns:a16="http://schemas.microsoft.com/office/drawing/2014/main" id="{A98DC670-F308-86D8-81BA-74636B6FE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9459" y="5497936"/>
            <a:ext cx="571500" cy="57150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06EA3AD3-25E4-C877-47DF-CE02EAD59E63}"/>
              </a:ext>
            </a:extLst>
          </p:cNvPr>
          <p:cNvSpPr txBox="1"/>
          <p:nvPr/>
        </p:nvSpPr>
        <p:spPr>
          <a:xfrm>
            <a:off x="8287946" y="5596542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0742061-C65F-1AB1-7F86-18BE2165CE82}"/>
              </a:ext>
            </a:extLst>
          </p:cNvPr>
          <p:cNvSpPr txBox="1"/>
          <p:nvPr/>
        </p:nvSpPr>
        <p:spPr>
          <a:xfrm>
            <a:off x="9576205" y="5596542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alive</a:t>
            </a:r>
          </a:p>
        </p:txBody>
      </p:sp>
    </p:spTree>
    <p:extLst>
      <p:ext uri="{BB962C8B-B14F-4D97-AF65-F5344CB8AC3E}">
        <p14:creationId xmlns:p14="http://schemas.microsoft.com/office/powerpoint/2010/main" val="1419388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9EF11-439A-826A-010A-57CC9245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E30C-EA4A-759E-182A-907A372C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Capture-Recapture &amp; HMM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ED65-A70D-4EB3-7554-F4CFDC17A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2863" y="1676052"/>
            <a:ext cx="8216993" cy="2105636"/>
          </a:xfrm>
        </p:spPr>
        <p:txBody>
          <a:bodyPr>
            <a:noAutofit/>
          </a:bodyPr>
          <a:lstStyle/>
          <a:p>
            <a:pPr algn="l"/>
            <a:r>
              <a:rPr lang="en-GB" sz="1800" dirty="0"/>
              <a:t>CR models are commonly used in ecology to estimate population size for wild animals</a:t>
            </a:r>
          </a:p>
          <a:p>
            <a:pPr algn="l"/>
            <a:r>
              <a:rPr lang="en-GB" sz="1800" dirty="0"/>
              <a:t>An individual’s true state is unobservable (latent)</a:t>
            </a:r>
          </a:p>
          <a:p>
            <a:pPr algn="l"/>
            <a:r>
              <a:rPr lang="en-GB" sz="1800" dirty="0"/>
              <a:t>Hidden Markov model (HMM) formulation marginalises over the latent state to calculate the marginal likelihood</a:t>
            </a:r>
          </a:p>
          <a:p>
            <a:pPr algn="l"/>
            <a:r>
              <a:rPr lang="en-GB" sz="1800" dirty="0"/>
              <a:t>This iterative method is very efficient and allows latent states to be inferred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8CF65-68EB-6168-F026-6BD5767603E8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3CE1DF-317E-F2D2-9E09-39C630CA1EA5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A diagram of mathematical equations&#10;&#10;Description automatically generated">
            <a:extLst>
              <a:ext uri="{FF2B5EF4-FFF2-40B4-BE49-F238E27FC236}">
                <a16:creationId xmlns:a16="http://schemas.microsoft.com/office/drawing/2014/main" id="{14C97DAC-099E-C1BE-CF92-BA7DCF0B0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721" y="3981450"/>
            <a:ext cx="8409421" cy="22140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D531FD8-5858-7E89-B19D-7BF26AA46D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2144" y="1628024"/>
                <a:ext cx="3080656" cy="3601952"/>
              </a:xfrm>
              <a:prstGeom prst="rect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800" b="1" dirty="0"/>
                  <a:t>Capture Recapture (CR) Model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b="1" i="0" smtClean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p>
                        <m:r>
                          <a:rPr lang="en-GB" sz="1800" b="1" i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1800" b="1" i="0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sz="1800" b="1" i="0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GB" sz="1800" b="1" dirty="0"/>
                  <a:t>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800" dirty="0"/>
                  <a:t>An initial capture is made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800" dirty="0"/>
                  <a:t>Unmarked individuals are marked in some unique way (tags, rings etc)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800" dirty="0"/>
                  <a:t>Individuals are released back into the population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1800" dirty="0"/>
                  <a:t>Subsequent captures are made, allowing individuals to be tracked over time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D531FD8-5858-7E89-B19D-7BF26AA46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44" y="1628024"/>
                <a:ext cx="3080656" cy="3601952"/>
              </a:xfrm>
              <a:prstGeom prst="rect">
                <a:avLst/>
              </a:prstGeom>
              <a:blipFill>
                <a:blip r:embed="rId4"/>
                <a:stretch>
                  <a:fillRect l="-1575" t="-1347" r="-984" b="-1684"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A7DFF58-0850-491C-7757-581B0F4E83A7}"/>
              </a:ext>
            </a:extLst>
          </p:cNvPr>
          <p:cNvSpPr txBox="1"/>
          <p:nvPr/>
        </p:nvSpPr>
        <p:spPr>
          <a:xfrm>
            <a:off x="272144" y="5229976"/>
            <a:ext cx="3080656" cy="1015663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[3] Kenneth H. Pollock. Capture-recapture models. Journal of the American Statistical Association, 95(449):293–296, 2000. ISSN 01621459, 1537274X. URLhttp://www.jstor.org/stable/2669550</a:t>
            </a:r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76C045BE-FC72-488B-F870-1A4C9662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5</a:t>
            </a:fld>
            <a:endParaRPr lang="en-GB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86102F-6195-5CB5-953F-003FE61E2BED}"/>
                  </a:ext>
                </a:extLst>
              </p:cNvPr>
              <p:cNvSpPr txBox="1"/>
              <p:nvPr/>
            </p:nvSpPr>
            <p:spPr>
              <a:xfrm>
                <a:off x="4391025" y="5070049"/>
                <a:ext cx="125049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886102F-6195-5CB5-953F-003FE61E2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025" y="5070049"/>
                <a:ext cx="1250496" cy="523220"/>
              </a:xfrm>
              <a:prstGeom prst="rect">
                <a:avLst/>
              </a:prstGeom>
              <a:blipFill>
                <a:blip r:embed="rId5"/>
                <a:stretch>
                  <a:fillRect r="-1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839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DB89B-FC4F-B5E8-A6E8-287BDBD6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035D2-4821-A8BC-5FCB-1D758FF884E0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598639-EF87-447E-B929-265EE6852447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A65FC0-B214-DAE2-693B-FE1485F5E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States</a:t>
            </a:r>
          </a:p>
        </p:txBody>
      </p:sp>
      <p:sp>
        <p:nvSpPr>
          <p:cNvPr id="3" name="Slide Number Placeholder 10">
            <a:extLst>
              <a:ext uri="{FF2B5EF4-FFF2-40B4-BE49-F238E27FC236}">
                <a16:creationId xmlns:a16="http://schemas.microsoft.com/office/drawing/2014/main" id="{F716A1A3-9078-FC1A-66D0-27632E3D9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6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B6AE7B-A885-EB12-8FA4-1194F5EB01F8}"/>
              </a:ext>
            </a:extLst>
          </p:cNvPr>
          <p:cNvSpPr/>
          <p:nvPr/>
        </p:nvSpPr>
        <p:spPr>
          <a:xfrm>
            <a:off x="1257299" y="2847502"/>
            <a:ext cx="1857375" cy="84772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476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in the country and alive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DB600D-E016-7F85-679F-D839FCCC38A4}"/>
              </a:ext>
            </a:extLst>
          </p:cNvPr>
          <p:cNvSpPr/>
          <p:nvPr/>
        </p:nvSpPr>
        <p:spPr>
          <a:xfrm>
            <a:off x="1808950" y="4830598"/>
            <a:ext cx="1857375" cy="84772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476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just returned and re-registered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8A53A5-5FD8-3C42-B6FD-45B0037B97C2}"/>
              </a:ext>
            </a:extLst>
          </p:cNvPr>
          <p:cNvSpPr/>
          <p:nvPr/>
        </p:nvSpPr>
        <p:spPr>
          <a:xfrm>
            <a:off x="4640664" y="904105"/>
            <a:ext cx="1857375" cy="84772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476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died in the country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255D78-73A0-C943-D9A7-EDD3FD773327}"/>
              </a:ext>
            </a:extLst>
          </p:cNvPr>
          <p:cNvSpPr/>
          <p:nvPr/>
        </p:nvSpPr>
        <p:spPr>
          <a:xfrm>
            <a:off x="5363405" y="2567225"/>
            <a:ext cx="1857375" cy="8477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476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outside the country and not de-registered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5F2CC7-C163-9FC3-548A-3099C0938A77}"/>
              </a:ext>
            </a:extLst>
          </p:cNvPr>
          <p:cNvSpPr/>
          <p:nvPr/>
        </p:nvSpPr>
        <p:spPr>
          <a:xfrm>
            <a:off x="5878281" y="4603677"/>
            <a:ext cx="1857375" cy="8477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47625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outside the country and de-registered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931039-3101-68D4-FE4C-DFA8F6D371F5}"/>
              </a:ext>
            </a:extLst>
          </p:cNvPr>
          <p:cNvSpPr/>
          <p:nvPr/>
        </p:nvSpPr>
        <p:spPr>
          <a:xfrm>
            <a:off x="8639220" y="2940840"/>
            <a:ext cx="1857375" cy="84772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476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died outside the country</a:t>
            </a:r>
          </a:p>
        </p:txBody>
      </p:sp>
      <p:pic>
        <p:nvPicPr>
          <p:cNvPr id="14" name="Graphic 13" descr="Arrow Right with solid fill">
            <a:extLst>
              <a:ext uri="{FF2B5EF4-FFF2-40B4-BE49-F238E27FC236}">
                <a16:creationId xmlns:a16="http://schemas.microsoft.com/office/drawing/2014/main" id="{E2ED2CCE-8694-761C-5C5A-DBC376A51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549309">
            <a:off x="2751479" y="1698534"/>
            <a:ext cx="1750110" cy="914400"/>
          </a:xfrm>
          <a:prstGeom prst="rect">
            <a:avLst/>
          </a:prstGeom>
        </p:spPr>
      </p:pic>
      <p:pic>
        <p:nvPicPr>
          <p:cNvPr id="15" name="Graphic 14" descr="Arrow Right with solid fill">
            <a:extLst>
              <a:ext uri="{FF2B5EF4-FFF2-40B4-BE49-F238E27FC236}">
                <a16:creationId xmlns:a16="http://schemas.microsoft.com/office/drawing/2014/main" id="{F401D2F8-128D-D51C-0694-6520AA61C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76422">
            <a:off x="3261196" y="2477171"/>
            <a:ext cx="1928715" cy="914400"/>
          </a:xfrm>
          <a:prstGeom prst="rect">
            <a:avLst/>
          </a:prstGeom>
        </p:spPr>
      </p:pic>
      <p:pic>
        <p:nvPicPr>
          <p:cNvPr id="16" name="Graphic 15" descr="Arrow Right with solid fill">
            <a:extLst>
              <a:ext uri="{FF2B5EF4-FFF2-40B4-BE49-F238E27FC236}">
                <a16:creationId xmlns:a16="http://schemas.microsoft.com/office/drawing/2014/main" id="{8CDF49E5-9FED-3405-E3BA-1AE2FBC4B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493320">
            <a:off x="3329386" y="2838450"/>
            <a:ext cx="1824237" cy="914400"/>
          </a:xfrm>
          <a:prstGeom prst="rect">
            <a:avLst/>
          </a:prstGeom>
        </p:spPr>
      </p:pic>
      <p:pic>
        <p:nvPicPr>
          <p:cNvPr id="17" name="Graphic 16" descr="Arrow Right with solid fill">
            <a:extLst>
              <a:ext uri="{FF2B5EF4-FFF2-40B4-BE49-F238E27FC236}">
                <a16:creationId xmlns:a16="http://schemas.microsoft.com/office/drawing/2014/main" id="{7CE80774-3A9E-8C02-4E98-74419F9D1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81303">
            <a:off x="3183386" y="3683833"/>
            <a:ext cx="2564377" cy="914400"/>
          </a:xfrm>
          <a:prstGeom prst="rect">
            <a:avLst/>
          </a:prstGeom>
        </p:spPr>
      </p:pic>
      <p:pic>
        <p:nvPicPr>
          <p:cNvPr id="18" name="Graphic 17" descr="Arrow Right with solid fill">
            <a:extLst>
              <a:ext uri="{FF2B5EF4-FFF2-40B4-BE49-F238E27FC236}">
                <a16:creationId xmlns:a16="http://schemas.microsoft.com/office/drawing/2014/main" id="{9B2D726E-C294-CA2C-5C14-58E4A68BC9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475151">
            <a:off x="3892474" y="4588670"/>
            <a:ext cx="1763744" cy="914400"/>
          </a:xfrm>
          <a:prstGeom prst="rect">
            <a:avLst/>
          </a:prstGeom>
        </p:spPr>
      </p:pic>
      <p:pic>
        <p:nvPicPr>
          <p:cNvPr id="19" name="Graphic 18" descr="Arrow Right with solid fill">
            <a:extLst>
              <a:ext uri="{FF2B5EF4-FFF2-40B4-BE49-F238E27FC236}">
                <a16:creationId xmlns:a16="http://schemas.microsoft.com/office/drawing/2014/main" id="{E4EADB28-AB1A-9818-A531-685BDC9BE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23938">
            <a:off x="7369377" y="2712175"/>
            <a:ext cx="1121246" cy="914400"/>
          </a:xfrm>
          <a:prstGeom prst="rect">
            <a:avLst/>
          </a:prstGeom>
        </p:spPr>
      </p:pic>
      <p:pic>
        <p:nvPicPr>
          <p:cNvPr id="20" name="Graphic 19" descr="Arrow Right with solid fill">
            <a:extLst>
              <a:ext uri="{FF2B5EF4-FFF2-40B4-BE49-F238E27FC236}">
                <a16:creationId xmlns:a16="http://schemas.microsoft.com/office/drawing/2014/main" id="{8C083E5C-942A-568F-CF63-FB9774BD0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300040">
            <a:off x="7600747" y="3724388"/>
            <a:ext cx="1072299" cy="914400"/>
          </a:xfrm>
          <a:prstGeom prst="rect">
            <a:avLst/>
          </a:prstGeom>
        </p:spPr>
      </p:pic>
      <p:pic>
        <p:nvPicPr>
          <p:cNvPr id="21" name="Graphic 20" descr="Arrow Right with solid fill">
            <a:extLst>
              <a:ext uri="{FF2B5EF4-FFF2-40B4-BE49-F238E27FC236}">
                <a16:creationId xmlns:a16="http://schemas.microsoft.com/office/drawing/2014/main" id="{AA788A2B-4674-A9FC-6496-84C7F34862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5911785">
            <a:off x="1768183" y="3780044"/>
            <a:ext cx="835607" cy="914400"/>
          </a:xfrm>
          <a:prstGeom prst="rect">
            <a:avLst/>
          </a:prstGeom>
        </p:spPr>
      </p:pic>
      <p:pic>
        <p:nvPicPr>
          <p:cNvPr id="23" name="Graphic 22" descr="Line arrow: Rotate right with solid fill">
            <a:extLst>
              <a:ext uri="{FF2B5EF4-FFF2-40B4-BE49-F238E27FC236}">
                <a16:creationId xmlns:a16="http://schemas.microsoft.com/office/drawing/2014/main" id="{64620201-6E90-A7B4-83DE-CA22A0C329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8363870">
            <a:off x="6231642" y="1393636"/>
            <a:ext cx="914400" cy="914400"/>
          </a:xfrm>
          <a:prstGeom prst="rect">
            <a:avLst/>
          </a:prstGeom>
        </p:spPr>
      </p:pic>
      <p:pic>
        <p:nvPicPr>
          <p:cNvPr id="24" name="Graphic 23" descr="Line arrow: Rotate right with solid fill">
            <a:extLst>
              <a:ext uri="{FF2B5EF4-FFF2-40B4-BE49-F238E27FC236}">
                <a16:creationId xmlns:a16="http://schemas.microsoft.com/office/drawing/2014/main" id="{FB4A9A21-B74C-7AFF-4EE3-2D06EC389C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3482416">
            <a:off x="10219048" y="2327845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EE809C2-C7C5-5131-BB1A-F4CFA5282361}"/>
                  </a:ext>
                </a:extLst>
              </p:cNvPr>
              <p:cNvSpPr txBox="1"/>
              <p:nvPr/>
            </p:nvSpPr>
            <p:spPr>
              <a:xfrm>
                <a:off x="9227625" y="4505855"/>
                <a:ext cx="207943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e: emigration</a:t>
                </a:r>
              </a:p>
              <a:p>
                <a:r>
                  <a:rPr lang="en-GB" b="1" dirty="0"/>
                  <a:t>i: re-immigration</a:t>
                </a:r>
              </a:p>
              <a:p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GB" b="1" dirty="0"/>
                  <a:t>: de-registration</a:t>
                </a:r>
              </a:p>
              <a:p>
                <a:r>
                  <a:rPr lang="en-GB" b="1" dirty="0"/>
                  <a:t>s: survival 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EE809C2-C7C5-5131-BB1A-F4CFA5282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625" y="4505855"/>
                <a:ext cx="2079437" cy="1200329"/>
              </a:xfrm>
              <a:prstGeom prst="rect">
                <a:avLst/>
              </a:prstGeom>
              <a:blipFill>
                <a:blip r:embed="rId10"/>
                <a:stretch>
                  <a:fillRect l="-2639" t="-2030" b="-7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14FFBA8B-0479-B6A9-B375-855EB9DD5333}"/>
              </a:ext>
            </a:extLst>
          </p:cNvPr>
          <p:cNvSpPr txBox="1"/>
          <p:nvPr/>
        </p:nvSpPr>
        <p:spPr>
          <a:xfrm>
            <a:off x="10837901" y="2155140"/>
            <a:ext cx="468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10A892-9E43-6C14-5057-83038B0E9E4C}"/>
              </a:ext>
            </a:extLst>
          </p:cNvPr>
          <p:cNvSpPr txBox="1"/>
          <p:nvPr/>
        </p:nvSpPr>
        <p:spPr>
          <a:xfrm>
            <a:off x="7116905" y="1526038"/>
            <a:ext cx="468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91F502-1DA8-0EFB-1B96-19A913EC65F2}"/>
              </a:ext>
            </a:extLst>
          </p:cNvPr>
          <p:cNvSpPr txBox="1"/>
          <p:nvPr/>
        </p:nvSpPr>
        <p:spPr>
          <a:xfrm rot="407753">
            <a:off x="7566330" y="2726319"/>
            <a:ext cx="64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1 - 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445F0D-8327-3BB9-7B9E-8EF66D56C654}"/>
              </a:ext>
            </a:extLst>
          </p:cNvPr>
          <p:cNvSpPr txBox="1"/>
          <p:nvPr/>
        </p:nvSpPr>
        <p:spPr>
          <a:xfrm rot="19246333">
            <a:off x="7891292" y="4173349"/>
            <a:ext cx="64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1 - 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112306-E36C-9520-BB48-764467D498B1}"/>
              </a:ext>
            </a:extLst>
          </p:cNvPr>
          <p:cNvSpPr txBox="1"/>
          <p:nvPr/>
        </p:nvSpPr>
        <p:spPr>
          <a:xfrm rot="19456714">
            <a:off x="3045513" y="1833320"/>
            <a:ext cx="64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1 - 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0F8422-B4FB-E91B-366D-BDAF87EE2A4D}"/>
              </a:ext>
            </a:extLst>
          </p:cNvPr>
          <p:cNvSpPr txBox="1"/>
          <p:nvPr/>
        </p:nvSpPr>
        <p:spPr>
          <a:xfrm>
            <a:off x="1172217" y="4102789"/>
            <a:ext cx="1096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s(1 – e)</a:t>
            </a:r>
          </a:p>
        </p:txBody>
      </p:sp>
      <p:pic>
        <p:nvPicPr>
          <p:cNvPr id="33" name="Graphic 32" descr="Arrow Right with solid fill">
            <a:extLst>
              <a:ext uri="{FF2B5EF4-FFF2-40B4-BE49-F238E27FC236}">
                <a16:creationId xmlns:a16="http://schemas.microsoft.com/office/drawing/2014/main" id="{B1C7293D-C30C-6D66-EB2A-570D162D01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291465">
            <a:off x="3937370" y="4941968"/>
            <a:ext cx="1763744" cy="914400"/>
          </a:xfrm>
          <a:prstGeom prst="rect">
            <a:avLst/>
          </a:prstGeom>
        </p:spPr>
      </p:pic>
      <p:pic>
        <p:nvPicPr>
          <p:cNvPr id="34" name="Graphic 33" descr="Arrow Right with solid fill">
            <a:extLst>
              <a:ext uri="{FF2B5EF4-FFF2-40B4-BE49-F238E27FC236}">
                <a16:creationId xmlns:a16="http://schemas.microsoft.com/office/drawing/2014/main" id="{8577E22B-13DC-A6B7-D2ED-D99BDC6D5A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219831">
            <a:off x="3492868" y="3677648"/>
            <a:ext cx="2042212" cy="914400"/>
          </a:xfrm>
          <a:prstGeom prst="rect">
            <a:avLst/>
          </a:prstGeom>
        </p:spPr>
      </p:pic>
      <p:pic>
        <p:nvPicPr>
          <p:cNvPr id="35" name="Graphic 34" descr="Arrow Right with solid fill">
            <a:extLst>
              <a:ext uri="{FF2B5EF4-FFF2-40B4-BE49-F238E27FC236}">
                <a16:creationId xmlns:a16="http://schemas.microsoft.com/office/drawing/2014/main" id="{1DAA0966-068F-C849-BA90-FF14884CFE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7426914">
            <a:off x="2488878" y="2838450"/>
            <a:ext cx="3142377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59D80F8-A6A9-ACE0-BBBB-9D292CB1CE85}"/>
                  </a:ext>
                </a:extLst>
              </p:cNvPr>
              <p:cNvSpPr txBox="1"/>
              <p:nvPr/>
            </p:nvSpPr>
            <p:spPr>
              <a:xfrm rot="21253991">
                <a:off x="4553180" y="5377086"/>
                <a:ext cx="6420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GB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se</a:t>
                </a: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59D80F8-A6A9-ACE0-BBBB-9D292CB1C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53991">
                <a:off x="4553180" y="5377086"/>
                <a:ext cx="642041" cy="400110"/>
              </a:xfrm>
              <a:prstGeom prst="rect">
                <a:avLst/>
              </a:prstGeom>
              <a:blipFill>
                <a:blip r:embed="rId11"/>
                <a:stretch>
                  <a:fillRect t="-5195" r="-3540" b="-220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0A42B4-FFCD-139B-06D0-4DF0C761961A}"/>
                  </a:ext>
                </a:extLst>
              </p:cNvPr>
              <p:cNvSpPr txBox="1"/>
              <p:nvPr/>
            </p:nvSpPr>
            <p:spPr>
              <a:xfrm rot="1219434">
                <a:off x="3920484" y="3670197"/>
                <a:ext cx="6420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GB" sz="2000" b="1" dirty="0"/>
                  <a:t>se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0A42B4-FFCD-139B-06D0-4DF0C7619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19434">
                <a:off x="3920484" y="3670197"/>
                <a:ext cx="642041" cy="400110"/>
              </a:xfrm>
              <a:prstGeom prst="rect">
                <a:avLst/>
              </a:prstGeom>
              <a:blipFill>
                <a:blip r:embed="rId12"/>
                <a:stretch>
                  <a:fillRect r="-3279" b="-181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6944FD9-C7FC-8C67-6DCD-9EA290C736F4}"/>
                  </a:ext>
                </a:extLst>
              </p:cNvPr>
              <p:cNvSpPr txBox="1"/>
              <p:nvPr/>
            </p:nvSpPr>
            <p:spPr>
              <a:xfrm rot="21212287">
                <a:off x="3188810" y="2559665"/>
                <a:ext cx="11050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/>
                  <a:t>(1 -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GB" sz="2000" b="1" dirty="0"/>
                  <a:t>)se</a:t>
                </a: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6944FD9-C7FC-8C67-6DCD-9EA290C73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12287">
                <a:off x="3188810" y="2559665"/>
                <a:ext cx="1105013" cy="400110"/>
              </a:xfrm>
              <a:prstGeom prst="rect">
                <a:avLst/>
              </a:prstGeom>
              <a:blipFill>
                <a:blip r:embed="rId13"/>
                <a:stretch>
                  <a:fillRect l="-5291" t="-4598" r="-3704" b="-218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Graphic 38" descr="Line arrow: Rotate right with solid fill">
            <a:extLst>
              <a:ext uri="{FF2B5EF4-FFF2-40B4-BE49-F238E27FC236}">
                <a16:creationId xmlns:a16="http://schemas.microsoft.com/office/drawing/2014/main" id="{A4E4337F-2A7E-8834-D536-8656420BD77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9272022">
            <a:off x="6802512" y="3177274"/>
            <a:ext cx="914400" cy="914400"/>
          </a:xfrm>
          <a:prstGeom prst="rect">
            <a:avLst/>
          </a:prstGeom>
        </p:spPr>
      </p:pic>
      <p:pic>
        <p:nvPicPr>
          <p:cNvPr id="40" name="Graphic 39" descr="Line arrow: Rotate right with solid fill">
            <a:extLst>
              <a:ext uri="{FF2B5EF4-FFF2-40B4-BE49-F238E27FC236}">
                <a16:creationId xmlns:a16="http://schemas.microsoft.com/office/drawing/2014/main" id="{142DD240-FB73-1687-040D-62E07C68463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8642950">
            <a:off x="7402318" y="5170650"/>
            <a:ext cx="914400" cy="914400"/>
          </a:xfrm>
          <a:prstGeom prst="rect">
            <a:avLst/>
          </a:prstGeom>
        </p:spPr>
      </p:pic>
      <p:pic>
        <p:nvPicPr>
          <p:cNvPr id="41" name="Graphic 40" descr="Line arrow: Rotate right with solid fill">
            <a:extLst>
              <a:ext uri="{FF2B5EF4-FFF2-40B4-BE49-F238E27FC236}">
                <a16:creationId xmlns:a16="http://schemas.microsoft.com/office/drawing/2014/main" id="{1CC1991E-4959-891F-8452-E1D2323924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9314506">
            <a:off x="668657" y="2269016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A9A4036-433A-45B0-1E40-4EBB73B863E7}"/>
              </a:ext>
            </a:extLst>
          </p:cNvPr>
          <p:cNvSpPr txBox="1"/>
          <p:nvPr/>
        </p:nvSpPr>
        <p:spPr>
          <a:xfrm rot="20455384">
            <a:off x="423430" y="2052262"/>
            <a:ext cx="1067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s(1 – e)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774E6A-75AB-B259-894A-CDF71991CABE}"/>
              </a:ext>
            </a:extLst>
          </p:cNvPr>
          <p:cNvSpPr txBox="1"/>
          <p:nvPr/>
        </p:nvSpPr>
        <p:spPr>
          <a:xfrm rot="21015127">
            <a:off x="6919618" y="3842187"/>
            <a:ext cx="940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s(1 – </a:t>
            </a:r>
            <a:r>
              <a:rPr lang="en-GB" sz="2000" b="1" dirty="0" err="1">
                <a:solidFill>
                  <a:schemeClr val="accent4">
                    <a:lumMod val="75000"/>
                  </a:schemeClr>
                </a:solidFill>
              </a:rPr>
              <a:t>i</a:t>
            </a:r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7DDE7D-0DEC-D76E-BCC5-C86492DA7277}"/>
              </a:ext>
            </a:extLst>
          </p:cNvPr>
          <p:cNvSpPr txBox="1"/>
          <p:nvPr/>
        </p:nvSpPr>
        <p:spPr>
          <a:xfrm rot="21015127">
            <a:off x="7530316" y="5844345"/>
            <a:ext cx="940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s(1 – </a:t>
            </a:r>
            <a:r>
              <a:rPr lang="en-GB" sz="2000" b="1" dirty="0" err="1">
                <a:solidFill>
                  <a:schemeClr val="accent4">
                    <a:lumMod val="75000"/>
                  </a:schemeClr>
                </a:solidFill>
              </a:rPr>
              <a:t>i</a:t>
            </a:r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1C6EB5-A2C1-4742-72AB-891D9B3F2085}"/>
              </a:ext>
            </a:extLst>
          </p:cNvPr>
          <p:cNvSpPr txBox="1"/>
          <p:nvPr/>
        </p:nvSpPr>
        <p:spPr>
          <a:xfrm>
            <a:off x="4593851" y="1936089"/>
            <a:ext cx="64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1 - 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3CC0430-282B-7797-8285-4EDBDE435747}"/>
                  </a:ext>
                </a:extLst>
              </p:cNvPr>
              <p:cNvSpPr txBox="1"/>
              <p:nvPr/>
            </p:nvSpPr>
            <p:spPr>
              <a:xfrm>
                <a:off x="5106944" y="3474893"/>
                <a:ext cx="11050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(1 -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GB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)se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3CC0430-282B-7797-8285-4EDBDE435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944" y="3474893"/>
                <a:ext cx="1105013" cy="400110"/>
              </a:xfrm>
              <a:prstGeom prst="rect">
                <a:avLst/>
              </a:prstGeom>
              <a:blipFill>
                <a:blip r:embed="rId16"/>
                <a:stretch>
                  <a:fillRect l="-6077" t="-6061" r="-2762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B90921CE-F2B9-F200-7401-5DCB6AD1A7D2}"/>
              </a:ext>
            </a:extLst>
          </p:cNvPr>
          <p:cNvSpPr txBox="1"/>
          <p:nvPr/>
        </p:nvSpPr>
        <p:spPr>
          <a:xfrm rot="21356062">
            <a:off x="4315476" y="3223795"/>
            <a:ext cx="64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err="1">
                <a:solidFill>
                  <a:schemeClr val="accent4">
                    <a:lumMod val="75000"/>
                  </a:schemeClr>
                </a:solidFill>
              </a:rPr>
              <a:t>si</a:t>
            </a:r>
            <a:endParaRPr lang="en-GB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3F2313-78B1-A93C-9844-D11C921795CD}"/>
              </a:ext>
            </a:extLst>
          </p:cNvPr>
          <p:cNvSpPr txBox="1"/>
          <p:nvPr/>
        </p:nvSpPr>
        <p:spPr>
          <a:xfrm rot="21356062">
            <a:off x="4436902" y="4614870"/>
            <a:ext cx="64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err="1">
                <a:solidFill>
                  <a:schemeClr val="accent4">
                    <a:lumMod val="75000"/>
                  </a:schemeClr>
                </a:solidFill>
              </a:rPr>
              <a:t>si</a:t>
            </a:r>
            <a:endParaRPr lang="en-GB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605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858615-F8BB-EFD9-DEE7-8EF99275D84D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524264-C42C-84AB-ADFE-937F923AF055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9593C852-4B54-1361-2200-C50B29829E32}"/>
              </a:ext>
            </a:extLst>
          </p:cNvPr>
          <p:cNvSpPr txBox="1">
            <a:spLocks/>
          </p:cNvSpPr>
          <p:nvPr/>
        </p:nvSpPr>
        <p:spPr>
          <a:xfrm>
            <a:off x="9296400" y="65150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pPr/>
              <a:t>7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90AF63A-CAA1-CCAC-2F5A-FAC24513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73982"/>
            <a:ext cx="10515600" cy="1000401"/>
          </a:xfrm>
        </p:spPr>
        <p:txBody>
          <a:bodyPr>
            <a:normAutofit/>
          </a:bodyPr>
          <a:lstStyle/>
          <a:p>
            <a:r>
              <a:rPr lang="en-GB" sz="4000" dirty="0"/>
              <a:t>De-registering Probability</a:t>
            </a:r>
          </a:p>
        </p:txBody>
      </p:sp>
      <p:pic>
        <p:nvPicPr>
          <p:cNvPr id="9" name="Picture 8" descr="A graph of a number of individuals&#10;&#10;Description automatically generated with medium confidence">
            <a:extLst>
              <a:ext uri="{FF2B5EF4-FFF2-40B4-BE49-F238E27FC236}">
                <a16:creationId xmlns:a16="http://schemas.microsoft.com/office/drawing/2014/main" id="{D5AF4F3F-F074-CBD1-B310-CA130D17C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45"/>
          <a:stretch/>
        </p:blipFill>
        <p:spPr>
          <a:xfrm>
            <a:off x="1802947" y="1265174"/>
            <a:ext cx="2629842" cy="4892256"/>
          </a:xfrm>
          <a:prstGeom prst="rect">
            <a:avLst/>
          </a:prstGeom>
        </p:spPr>
      </p:pic>
      <p:pic>
        <p:nvPicPr>
          <p:cNvPr id="10" name="Picture 9" descr="A graph of a number of individuals&#10;&#10;Description automatically generated with medium confidence">
            <a:extLst>
              <a:ext uri="{FF2B5EF4-FFF2-40B4-BE49-F238E27FC236}">
                <a16:creationId xmlns:a16="http://schemas.microsoft.com/office/drawing/2014/main" id="{CD5C768F-9D44-92BD-AE77-35804BBEA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" r="83331" b="15916"/>
          <a:stretch/>
        </p:blipFill>
        <p:spPr>
          <a:xfrm>
            <a:off x="130629" y="1265174"/>
            <a:ext cx="1844905" cy="4118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DE3D97-6843-5033-BA7F-F52572BB9337}"/>
              </a:ext>
            </a:extLst>
          </p:cNvPr>
          <p:cNvSpPr txBox="1"/>
          <p:nvPr/>
        </p:nvSpPr>
        <p:spPr>
          <a:xfrm>
            <a:off x="4677319" y="1640461"/>
            <a:ext cx="7257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u="sng" dirty="0"/>
              <a:t>Baseline:</a:t>
            </a:r>
            <a:r>
              <a:rPr lang="en-GB" sz="1600" dirty="0"/>
              <a:t> men aged 18-35, born in Denmark/Norway who first entered Sweden less than 5 years ago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A6171A-74B4-A126-F0D3-012B86619FAF}"/>
                  </a:ext>
                </a:extLst>
              </p:cNvPr>
              <p:cNvSpPr txBox="1"/>
              <p:nvPr/>
            </p:nvSpPr>
            <p:spPr>
              <a:xfrm>
                <a:off x="5555177" y="2316043"/>
                <a:ext cx="59150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0" dirty="0"/>
                  <a:t>logit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=−0.332   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   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=0.418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A6171A-74B4-A126-F0D3-012B86619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177" y="2316043"/>
                <a:ext cx="5915025" cy="338554"/>
              </a:xfrm>
              <a:prstGeom prst="rect">
                <a:avLst/>
              </a:prstGeom>
              <a:blipFill>
                <a:blip r:embed="rId3"/>
                <a:stretch>
                  <a:fillRect l="-515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401B43B-BD57-A26D-E0FA-7E74BA09DDBE}"/>
              </a:ext>
            </a:extLst>
          </p:cNvPr>
          <p:cNvSpPr txBox="1"/>
          <p:nvPr/>
        </p:nvSpPr>
        <p:spPr>
          <a:xfrm>
            <a:off x="4677318" y="3354849"/>
            <a:ext cx="7257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Women </a:t>
            </a:r>
            <a:r>
              <a:rPr lang="en-GB" sz="1600" dirty="0"/>
              <a:t>aged 18-35, born in </a:t>
            </a:r>
            <a:r>
              <a:rPr lang="en-GB" sz="1600" b="1" dirty="0"/>
              <a:t>Iceland/Finland </a:t>
            </a:r>
            <a:r>
              <a:rPr lang="en-GB" sz="1600" dirty="0"/>
              <a:t>who first  entered Sweden </a:t>
            </a:r>
            <a:r>
              <a:rPr lang="en-GB" sz="1600" b="1" dirty="0"/>
              <a:t>5-10 years ago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FAA0B6-DA51-8D70-2B91-15ED9EB15588}"/>
                  </a:ext>
                </a:extLst>
              </p:cNvPr>
              <p:cNvSpPr txBox="1"/>
              <p:nvPr/>
            </p:nvSpPr>
            <p:spPr>
              <a:xfrm>
                <a:off x="5438773" y="4073206"/>
                <a:ext cx="59150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0" dirty="0"/>
                  <a:t>logit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=−0.332+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𝟎𝟖𝟖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𝟒𝟓𝟐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𝟓𝟔𝟖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GB" sz="1600" b="0" i="1" dirty="0">
                  <a:latin typeface="Cambria Math" panose="02040503050406030204" pitchFamily="18" charset="0"/>
                </a:endParaRPr>
              </a:p>
              <a:p>
                <a:r>
                  <a:rPr lang="en-GB" sz="1600" b="0" dirty="0">
                    <a:ea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   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=0.855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FAA0B6-DA51-8D70-2B91-15ED9EB15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773" y="4073206"/>
                <a:ext cx="5915025" cy="584775"/>
              </a:xfrm>
              <a:prstGeom prst="rect">
                <a:avLst/>
              </a:prstGeom>
              <a:blipFill>
                <a:blip r:embed="rId4"/>
                <a:stretch>
                  <a:fillRect l="-515" t="-31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CD0CF14-97A4-BA6D-11A1-EA5B0AC2AAE4}"/>
              </a:ext>
            </a:extLst>
          </p:cNvPr>
          <p:cNvSpPr txBox="1"/>
          <p:nvPr/>
        </p:nvSpPr>
        <p:spPr>
          <a:xfrm>
            <a:off x="4677318" y="4786149"/>
            <a:ext cx="7257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Men</a:t>
            </a:r>
            <a:r>
              <a:rPr lang="en-GB" sz="1600" b="1" dirty="0"/>
              <a:t> aged 60+</a:t>
            </a:r>
            <a:r>
              <a:rPr lang="en-GB" sz="1600" dirty="0"/>
              <a:t>, born in </a:t>
            </a:r>
            <a:r>
              <a:rPr lang="en-GB" sz="1600" b="1" dirty="0"/>
              <a:t>USA/Canada/Oceania </a:t>
            </a:r>
            <a:r>
              <a:rPr lang="en-GB" sz="1600" dirty="0"/>
              <a:t>who first entered Sweden </a:t>
            </a:r>
            <a:r>
              <a:rPr lang="en-GB" sz="1600" b="1" dirty="0"/>
              <a:t>10+ years ago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B4CAE7-EF0F-B516-2A03-D007FEFDCBE5}"/>
                  </a:ext>
                </a:extLst>
              </p:cNvPr>
              <p:cNvSpPr txBox="1"/>
              <p:nvPr/>
            </p:nvSpPr>
            <p:spPr>
              <a:xfrm>
                <a:off x="5438774" y="5500913"/>
                <a:ext cx="603142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0" dirty="0"/>
                  <a:t>logit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=−0.332 −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𝟎𝟓𝟑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𝟒𝟕𝟒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𝟖𝟔𝟓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1600" b="0" i="1" dirty="0">
                  <a:latin typeface="Cambria Math" panose="02040503050406030204" pitchFamily="18" charset="0"/>
                </a:endParaRPr>
              </a:p>
              <a:p>
                <a:r>
                  <a:rPr lang="en-GB" sz="1600" b="0" dirty="0">
                    <a:ea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   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=0.024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B4CAE7-EF0F-B516-2A03-D007FEFDC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774" y="5500913"/>
                <a:ext cx="6031428" cy="584775"/>
              </a:xfrm>
              <a:prstGeom prst="rect">
                <a:avLst/>
              </a:prstGeom>
              <a:blipFill>
                <a:blip r:embed="rId5"/>
                <a:stretch>
                  <a:fillRect l="-505" t="-31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7306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AF87-3023-4017-DD45-093CAC1EE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CAC7DF-A7C2-CA5D-1D41-0FFEABF8D3D5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4EA11-58AA-1785-7A2C-21DC28D2C689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FB90A2AC-AB95-CAB0-EB6A-5EB7AF7B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8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BC776-80E1-AA93-5B46-4FD0E0878EDB}"/>
              </a:ext>
            </a:extLst>
          </p:cNvPr>
          <p:cNvSpPr txBox="1"/>
          <p:nvPr/>
        </p:nvSpPr>
        <p:spPr>
          <a:xfrm>
            <a:off x="1469190" y="5689992"/>
            <a:ext cx="4960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u="sng" dirty="0"/>
              <a:t>Baseline:</a:t>
            </a:r>
            <a:r>
              <a:rPr lang="en-GB" sz="1600" dirty="0"/>
              <a:t> men aged 18-35, born in Denmark/Norway who first entered Sweden less than 5 years ago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E8E7EB-587A-05A2-3D34-02556BA6D173}"/>
              </a:ext>
            </a:extLst>
          </p:cNvPr>
          <p:cNvSpPr txBox="1"/>
          <p:nvPr/>
        </p:nvSpPr>
        <p:spPr>
          <a:xfrm>
            <a:off x="6688960" y="5584571"/>
            <a:ext cx="3746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Survival: 0.996 (0.996, 0.997)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Emigration: 0.395 (0.391, 0.398)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Re-immigration: 0.053 (0.052, 0.055)</a:t>
            </a:r>
          </a:p>
        </p:txBody>
      </p:sp>
      <p:pic>
        <p:nvPicPr>
          <p:cNvPr id="25" name="Picture 24" descr="A graph of a number of individuals&#10;&#10;Description automatically generated with medium confidence">
            <a:extLst>
              <a:ext uri="{FF2B5EF4-FFF2-40B4-BE49-F238E27FC236}">
                <a16:creationId xmlns:a16="http://schemas.microsoft.com/office/drawing/2014/main" id="{EE73B929-F30E-9AF8-DC8A-4353CDFDC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93"/>
          <a:stretch/>
        </p:blipFill>
        <p:spPr>
          <a:xfrm>
            <a:off x="1115369" y="455319"/>
            <a:ext cx="4288971" cy="4856181"/>
          </a:xfrm>
          <a:prstGeom prst="rect">
            <a:avLst/>
          </a:prstGeom>
        </p:spPr>
      </p:pic>
      <p:pic>
        <p:nvPicPr>
          <p:cNvPr id="28" name="Picture 27" descr="A graph of a number of individuals&#10;&#10;Description automatically generated with medium confidence">
            <a:extLst>
              <a:ext uri="{FF2B5EF4-FFF2-40B4-BE49-F238E27FC236}">
                <a16:creationId xmlns:a16="http://schemas.microsoft.com/office/drawing/2014/main" id="{0DE7B8F2-CB8C-25AA-8355-F254C45C0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3" r="21467"/>
          <a:stretch/>
        </p:blipFill>
        <p:spPr>
          <a:xfrm>
            <a:off x="5396176" y="442432"/>
            <a:ext cx="5039648" cy="486906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903EB41-D16B-B81A-4D1F-ADA7863DCB24}"/>
              </a:ext>
            </a:extLst>
          </p:cNvPr>
          <p:cNvCxnSpPr>
            <a:cxnSpLocks/>
          </p:cNvCxnSpPr>
          <p:nvPr/>
        </p:nvCxnSpPr>
        <p:spPr>
          <a:xfrm>
            <a:off x="240501" y="5418618"/>
            <a:ext cx="1150525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519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55479-2D93-46A3-8B83-32E8E93C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697F2A-C728-515D-7C28-A0F01BFAA875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AE8E54-EA58-F231-FEEF-D82FB031F0A3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93085B59-DF29-0417-AD1D-D7469A3A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9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E5B11-3D37-033E-BE42-2B35744A32B0}"/>
              </a:ext>
            </a:extLst>
          </p:cNvPr>
          <p:cNvSpPr txBox="1"/>
          <p:nvPr/>
        </p:nvSpPr>
        <p:spPr>
          <a:xfrm>
            <a:off x="7837710" y="2371219"/>
            <a:ext cx="3516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Probability of being unobserved: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Male: 0.0251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Female: 0.0220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A2C957-9AC9-7C4E-10BB-4BD388B6B619}"/>
              </a:ext>
            </a:extLst>
          </p:cNvPr>
          <p:cNvSpPr txBox="1"/>
          <p:nvPr/>
        </p:nvSpPr>
        <p:spPr>
          <a:xfrm>
            <a:off x="7837710" y="4466665"/>
            <a:ext cx="35160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Probability of being observed in at least one register: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Male: 0.9749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Female: 0.9780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9AC309-BEE7-1000-7E38-AA57E4C9C9B9}"/>
              </a:ext>
            </a:extLst>
          </p:cNvPr>
          <p:cNvSpPr txBox="1"/>
          <p:nvPr/>
        </p:nvSpPr>
        <p:spPr>
          <a:xfrm>
            <a:off x="7380513" y="1191005"/>
            <a:ext cx="4517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obtain observation probability estimates for each register and each combination of registers.</a:t>
            </a:r>
          </a:p>
        </p:txBody>
      </p:sp>
      <p:pic>
        <p:nvPicPr>
          <p:cNvPr id="22" name="Graphic 21" descr="Arrow Right with solid fill">
            <a:extLst>
              <a:ext uri="{FF2B5EF4-FFF2-40B4-BE49-F238E27FC236}">
                <a16:creationId xmlns:a16="http://schemas.microsoft.com/office/drawing/2014/main" id="{1ECAB5CF-111B-EC06-C469-DF661A4E0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8382000" y="3412100"/>
            <a:ext cx="914400" cy="914400"/>
          </a:xfrm>
          <a:prstGeom prst="rect">
            <a:avLst/>
          </a:prstGeom>
        </p:spPr>
      </p:pic>
      <p:pic>
        <p:nvPicPr>
          <p:cNvPr id="26" name="Picture 25" descr="A graph with red and blue diamonds&#10;&#10;Description automatically generated">
            <a:extLst>
              <a:ext uri="{FF2B5EF4-FFF2-40B4-BE49-F238E27FC236}">
                <a16:creationId xmlns:a16="http://schemas.microsoft.com/office/drawing/2014/main" id="{6B97475D-0D3C-5DDD-C913-D8B383F2A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2" y="1191005"/>
            <a:ext cx="7181767" cy="502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1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94D1D-E686-80FF-F616-B468881B9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9F7274-7EDE-276D-5E25-11EEFED8F9F3}"/>
              </a:ext>
            </a:extLst>
          </p:cNvPr>
          <p:cNvSpPr/>
          <p:nvPr/>
        </p:nvSpPr>
        <p:spPr>
          <a:xfrm>
            <a:off x="0" y="0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4CAC0F-59D7-CA26-C15B-B9028BA070D7}"/>
              </a:ext>
            </a:extLst>
          </p:cNvPr>
          <p:cNvSpPr/>
          <p:nvPr/>
        </p:nvSpPr>
        <p:spPr>
          <a:xfrm>
            <a:off x="0" y="6563831"/>
            <a:ext cx="12192000" cy="294169"/>
          </a:xfrm>
          <a:prstGeom prst="rect">
            <a:avLst/>
          </a:prstGeom>
          <a:solidFill>
            <a:srgbClr val="165196"/>
          </a:solidFill>
          <a:ln>
            <a:solidFill>
              <a:srgbClr val="1651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815EEE8B-1379-FAA5-D055-96860FCB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515049"/>
            <a:ext cx="2743200" cy="365125"/>
          </a:xfrm>
        </p:spPr>
        <p:txBody>
          <a:bodyPr/>
          <a:lstStyle/>
          <a:p>
            <a:fld id="{4466763A-E06D-483A-8A6E-1EB2364FE217}" type="slidenum">
              <a:rPr lang="en-GB" sz="1600" smtClean="0">
                <a:solidFill>
                  <a:schemeClr val="bg1"/>
                </a:solidFill>
              </a:rPr>
              <a:t>10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7014846-FE47-6EFE-41A9-0B5628C48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73982"/>
            <a:ext cx="10515600" cy="1000401"/>
          </a:xfrm>
        </p:spPr>
        <p:txBody>
          <a:bodyPr>
            <a:normAutofit/>
          </a:bodyPr>
          <a:lstStyle/>
          <a:p>
            <a:r>
              <a:rPr lang="en-GB" sz="4000" dirty="0"/>
              <a:t>Future 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09DB14-FB07-1E87-96E7-7355B12F9E09}"/>
              </a:ext>
            </a:extLst>
          </p:cNvPr>
          <p:cNvSpPr txBox="1"/>
          <p:nvPr/>
        </p:nvSpPr>
        <p:spPr>
          <a:xfrm>
            <a:off x="729342" y="1424385"/>
            <a:ext cx="10733313" cy="235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GB" sz="2000" dirty="0"/>
              <a:t>Experiment with methods to calculate population size estimates e.g. Viterbi Algorithm</a:t>
            </a:r>
          </a:p>
          <a:p>
            <a:pPr marL="285750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GB" sz="2000" dirty="0"/>
              <a:t>Considering further extensions such as dependence between family units</a:t>
            </a:r>
          </a:p>
          <a:p>
            <a:pPr marL="285750" indent="-285750">
              <a:lnSpc>
                <a:spcPct val="15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GB" sz="2000" dirty="0"/>
              <a:t>Application to equivalent data from Norway, provided by Statistics Norway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Additional complexity that checks are regularly done and individuals manually removed if not present in the country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BD9A7CA-9BED-518E-6651-E597F59CC785}"/>
              </a:ext>
            </a:extLst>
          </p:cNvPr>
          <p:cNvSpPr txBox="1">
            <a:spLocks/>
          </p:cNvSpPr>
          <p:nvPr/>
        </p:nvSpPr>
        <p:spPr>
          <a:xfrm>
            <a:off x="1344767" y="4210994"/>
            <a:ext cx="9161236" cy="1133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dirty="0"/>
              <a:t>Thank you for your attention!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5D3B92-364C-3F29-A140-71A86C8EC503}"/>
              </a:ext>
            </a:extLst>
          </p:cNvPr>
          <p:cNvSpPr txBox="1">
            <a:spLocks/>
          </p:cNvSpPr>
          <p:nvPr/>
        </p:nvSpPr>
        <p:spPr>
          <a:xfrm>
            <a:off x="3647095" y="5149998"/>
            <a:ext cx="4556579" cy="624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 dirty="0"/>
              <a:t>Email: lyb3@kent.ac.uk</a:t>
            </a: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89419527-93DD-5536-84CE-A4FEA7AAA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28" y="4278460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468D6D-548D-9B7B-5D03-04248F4DA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666" y="4359634"/>
            <a:ext cx="2535989" cy="124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793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854</Words>
  <Application>Microsoft Office PowerPoint</Application>
  <PresentationFormat>Widescreen</PresentationFormat>
  <Paragraphs>128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CMSS9</vt:lpstr>
      <vt:lpstr>CMSSI9</vt:lpstr>
      <vt:lpstr>DengXian</vt:lpstr>
      <vt:lpstr>Aptos</vt:lpstr>
      <vt:lpstr>Aptos Display</vt:lpstr>
      <vt:lpstr>Arial</vt:lpstr>
      <vt:lpstr>Cambria Math</vt:lpstr>
      <vt:lpstr>Office Theme</vt:lpstr>
      <vt:lpstr>A Capture-Recapture Model with Temporary Emigration for Estimating Population Size from Incomplete Registers</vt:lpstr>
      <vt:lpstr>Motivating Case Study</vt:lpstr>
      <vt:lpstr>Swedish Register Data</vt:lpstr>
      <vt:lpstr>Observations</vt:lpstr>
      <vt:lpstr>Capture-Recapture &amp; HMM Formulation</vt:lpstr>
      <vt:lpstr>States</vt:lpstr>
      <vt:lpstr>De-registering Probability</vt:lpstr>
      <vt:lpstr>PowerPoint Presentation</vt:lpstr>
      <vt:lpstr>PowerPoint Presentation</vt:lpstr>
      <vt:lpstr>Future Work</vt:lpstr>
    </vt:vector>
  </TitlesOfParts>
  <Company>University of Kent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Lucy Brown</dc:creator>
  <cp:lastModifiedBy>Lucy Brown</cp:lastModifiedBy>
  <cp:revision>1</cp:revision>
  <dcterms:created xsi:type="dcterms:W3CDTF">2024-11-11T16:00:30Z</dcterms:created>
  <dcterms:modified xsi:type="dcterms:W3CDTF">2024-11-28T15:24:03Z</dcterms:modified>
</cp:coreProperties>
</file>