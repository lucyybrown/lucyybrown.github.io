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4" r:id="rId2"/>
  </p:sldMasterIdLst>
  <p:notesMasterIdLst>
    <p:notesMasterId r:id="rId16"/>
  </p:notesMasterIdLst>
  <p:sldIdLst>
    <p:sldId id="257" r:id="rId3"/>
    <p:sldId id="259" r:id="rId4"/>
    <p:sldId id="261" r:id="rId5"/>
    <p:sldId id="262" r:id="rId6"/>
    <p:sldId id="264" r:id="rId7"/>
    <p:sldId id="263" r:id="rId8"/>
    <p:sldId id="265" r:id="rId9"/>
    <p:sldId id="266" r:id="rId10"/>
    <p:sldId id="267" r:id="rId11"/>
    <p:sldId id="268" r:id="rId12"/>
    <p:sldId id="269" r:id="rId13"/>
    <p:sldId id="260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D557-DD6B-4613-89A9-97629B41B524}" v="891" dt="2025-12-17T12:16:01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Brown" userId="5e70d7ba-06ec-45ef-a5a6-41eac0ce51e1" providerId="ADAL" clId="{D79085A6-0AFE-462B-A6A9-FF4722620893}"/>
    <pc:docChg chg="undo custSel addSld delSld modSld sldOrd">
      <pc:chgData name="Lucy Brown" userId="5e70d7ba-06ec-45ef-a5a6-41eac0ce51e1" providerId="ADAL" clId="{D79085A6-0AFE-462B-A6A9-FF4722620893}" dt="2025-12-17T12:38:32.372" v="6367"/>
      <pc:docMkLst>
        <pc:docMk/>
      </pc:docMkLst>
      <pc:sldChg chg="addSp modSp mod">
        <pc:chgData name="Lucy Brown" userId="5e70d7ba-06ec-45ef-a5a6-41eac0ce51e1" providerId="ADAL" clId="{D79085A6-0AFE-462B-A6A9-FF4722620893}" dt="2025-12-15T20:51:11.380" v="6229" actId="20577"/>
        <pc:sldMkLst>
          <pc:docMk/>
          <pc:sldMk cId="2500839342" sldId="261"/>
        </pc:sldMkLst>
        <pc:spChg chg="mod">
          <ac:chgData name="Lucy Brown" userId="5e70d7ba-06ec-45ef-a5a6-41eac0ce51e1" providerId="ADAL" clId="{D79085A6-0AFE-462B-A6A9-FF4722620893}" dt="2025-12-15T20:51:09.276" v="6227" actId="20577"/>
          <ac:spMkLst>
            <pc:docMk/>
            <pc:sldMk cId="2500839342" sldId="261"/>
            <ac:spMk id="7" creationId="{3D531FD8-5858-7E89-B19D-7BF26AA46DCF}"/>
          </ac:spMkLst>
        </pc:spChg>
        <pc:spChg chg="mod">
          <ac:chgData name="Lucy Brown" userId="5e70d7ba-06ec-45ef-a5a6-41eac0ce51e1" providerId="ADAL" clId="{D79085A6-0AFE-462B-A6A9-FF4722620893}" dt="2025-12-15T20:51:11.380" v="6229" actId="20577"/>
          <ac:spMkLst>
            <pc:docMk/>
            <pc:sldMk cId="2500839342" sldId="261"/>
            <ac:spMk id="8" creationId="{7A7DFF58-0850-491C-7757-581B0F4E83A7}"/>
          </ac:spMkLst>
        </pc:spChg>
        <pc:picChg chg="add mod">
          <ac:chgData name="Lucy Brown" userId="5e70d7ba-06ec-45ef-a5a6-41eac0ce51e1" providerId="ADAL" clId="{D79085A6-0AFE-462B-A6A9-FF4722620893}" dt="2025-12-15T11:55:24.866" v="1763" actId="1076"/>
          <ac:picMkLst>
            <pc:docMk/>
            <pc:sldMk cId="2500839342" sldId="261"/>
            <ac:picMk id="12" creationId="{B341394E-EE63-595F-C821-401634F2BC3B}"/>
          </ac:picMkLst>
        </pc:picChg>
      </pc:sldChg>
      <pc:sldChg chg="addSp modSp mod">
        <pc:chgData name="Lucy Brown" userId="5e70d7ba-06ec-45ef-a5a6-41eac0ce51e1" providerId="ADAL" clId="{D79085A6-0AFE-462B-A6A9-FF4722620893}" dt="2025-12-15T11:55:30.277" v="1764"/>
        <pc:sldMkLst>
          <pc:docMk/>
          <pc:sldMk cId="3454299120" sldId="262"/>
        </pc:sldMkLst>
        <pc:spChg chg="add mod">
          <ac:chgData name="Lucy Brown" userId="5e70d7ba-06ec-45ef-a5a6-41eac0ce51e1" providerId="ADAL" clId="{D79085A6-0AFE-462B-A6A9-FF4722620893}" dt="2025-12-12T16:21:50.674" v="17" actId="1076"/>
          <ac:spMkLst>
            <pc:docMk/>
            <pc:sldMk cId="3454299120" sldId="262"/>
            <ac:spMk id="2" creationId="{A405B7AE-7F85-1DA2-FE13-CE62276D5A77}"/>
          </ac:spMkLst>
        </pc:spChg>
        <pc:picChg chg="add mod">
          <ac:chgData name="Lucy Brown" userId="5e70d7ba-06ec-45ef-a5a6-41eac0ce51e1" providerId="ADAL" clId="{D79085A6-0AFE-462B-A6A9-FF4722620893}" dt="2025-12-15T11:55:30.277" v="1764"/>
          <ac:picMkLst>
            <pc:docMk/>
            <pc:sldMk cId="3454299120" sldId="262"/>
            <ac:picMk id="6" creationId="{92B7A155-03E5-8B6E-133A-0DFDD754AA8E}"/>
          </ac:picMkLst>
        </pc:picChg>
        <pc:picChg chg="mod">
          <ac:chgData name="Lucy Brown" userId="5e70d7ba-06ec-45ef-a5a6-41eac0ce51e1" providerId="ADAL" clId="{D79085A6-0AFE-462B-A6A9-FF4722620893}" dt="2025-12-12T16:19:48.597" v="3" actId="1076"/>
          <ac:picMkLst>
            <pc:docMk/>
            <pc:sldMk cId="3454299120" sldId="262"/>
            <ac:picMk id="50" creationId="{B11B9B2C-E14A-EC84-A4E9-EC661168ACCB}"/>
          </ac:picMkLst>
        </pc:picChg>
      </pc:sldChg>
      <pc:sldChg chg="addSp delSp modSp mod">
        <pc:chgData name="Lucy Brown" userId="5e70d7ba-06ec-45ef-a5a6-41eac0ce51e1" providerId="ADAL" clId="{D79085A6-0AFE-462B-A6A9-FF4722620893}" dt="2025-12-17T12:16:49.593" v="6365" actId="14100"/>
        <pc:sldMkLst>
          <pc:docMk/>
          <pc:sldMk cId="3240774548" sldId="263"/>
        </pc:sldMkLst>
        <pc:spChg chg="add mod">
          <ac:chgData name="Lucy Brown" userId="5e70d7ba-06ec-45ef-a5a6-41eac0ce51e1" providerId="ADAL" clId="{D79085A6-0AFE-462B-A6A9-FF4722620893}" dt="2025-12-17T12:16:49.593" v="6365" actId="14100"/>
          <ac:spMkLst>
            <pc:docMk/>
            <pc:sldMk cId="3240774548" sldId="263"/>
            <ac:spMk id="7" creationId="{A3474923-D95D-9B7D-C05A-3F4675A0ED82}"/>
          </ac:spMkLst>
        </pc:spChg>
        <pc:picChg chg="add mod">
          <ac:chgData name="Lucy Brown" userId="5e70d7ba-06ec-45ef-a5a6-41eac0ce51e1" providerId="ADAL" clId="{D79085A6-0AFE-462B-A6A9-FF4722620893}" dt="2025-12-15T11:55:51.103" v="1768"/>
          <ac:picMkLst>
            <pc:docMk/>
            <pc:sldMk cId="3240774548" sldId="263"/>
            <ac:picMk id="2" creationId="{DF1BB596-27B0-AE87-2371-DF9B22D10775}"/>
          </ac:picMkLst>
        </pc:picChg>
        <pc:picChg chg="mod">
          <ac:chgData name="Lucy Brown" userId="5e70d7ba-06ec-45ef-a5a6-41eac0ce51e1" providerId="ADAL" clId="{D79085A6-0AFE-462B-A6A9-FF4722620893}" dt="2025-12-17T12:14:15.058" v="6271" actId="1076"/>
          <ac:picMkLst>
            <pc:docMk/>
            <pc:sldMk cId="3240774548" sldId="263"/>
            <ac:picMk id="6" creationId="{078F91AF-08C1-F8B0-F515-22B0DB120601}"/>
          </ac:picMkLst>
        </pc:picChg>
        <pc:picChg chg="mod">
          <ac:chgData name="Lucy Brown" userId="5e70d7ba-06ec-45ef-a5a6-41eac0ce51e1" providerId="ADAL" clId="{D79085A6-0AFE-462B-A6A9-FF4722620893}" dt="2025-12-12T16:46:46.778" v="845" actId="1076"/>
          <ac:picMkLst>
            <pc:docMk/>
            <pc:sldMk cId="3240774548" sldId="263"/>
            <ac:picMk id="8" creationId="{2B16D1FD-C345-DFD0-BA61-7D1CBF1DF266}"/>
          </ac:picMkLst>
        </pc:picChg>
        <pc:picChg chg="mod">
          <ac:chgData name="Lucy Brown" userId="5e70d7ba-06ec-45ef-a5a6-41eac0ce51e1" providerId="ADAL" clId="{D79085A6-0AFE-462B-A6A9-FF4722620893}" dt="2025-12-17T12:14:11.184" v="6270" actId="1076"/>
          <ac:picMkLst>
            <pc:docMk/>
            <pc:sldMk cId="3240774548" sldId="263"/>
            <ac:picMk id="16" creationId="{941D652E-1FE3-FA7A-68D5-FDCC984CDF8B}"/>
          </ac:picMkLst>
        </pc:picChg>
        <pc:picChg chg="del mod">
          <ac:chgData name="Lucy Brown" userId="5e70d7ba-06ec-45ef-a5a6-41eac0ce51e1" providerId="ADAL" clId="{D79085A6-0AFE-462B-A6A9-FF4722620893}" dt="2025-12-17T12:14:08.117" v="6269" actId="478"/>
          <ac:picMkLst>
            <pc:docMk/>
            <pc:sldMk cId="3240774548" sldId="263"/>
            <ac:picMk id="18" creationId="{BE50E0F4-A5AA-6DB7-B21E-57D738909E07}"/>
          </ac:picMkLst>
        </pc:picChg>
      </pc:sldChg>
      <pc:sldChg chg="addSp delSp modSp new mod">
        <pc:chgData name="Lucy Brown" userId="5e70d7ba-06ec-45ef-a5a6-41eac0ce51e1" providerId="ADAL" clId="{D79085A6-0AFE-462B-A6A9-FF4722620893}" dt="2025-12-15T20:51:22.073" v="6233" actId="20577"/>
        <pc:sldMkLst>
          <pc:docMk/>
          <pc:sldMk cId="831333765" sldId="264"/>
        </pc:sldMkLst>
        <pc:spChg chg="mod">
          <ac:chgData name="Lucy Brown" userId="5e70d7ba-06ec-45ef-a5a6-41eac0ce51e1" providerId="ADAL" clId="{D79085A6-0AFE-462B-A6A9-FF4722620893}" dt="2025-12-12T16:31:20.059" v="77" actId="20577"/>
          <ac:spMkLst>
            <pc:docMk/>
            <pc:sldMk cId="831333765" sldId="264"/>
            <ac:spMk id="31" creationId="{5E231B7A-ECA3-BD65-1DEE-2221DFF46479}"/>
          </ac:spMkLst>
        </pc:spChg>
        <pc:spChg chg="add mod">
          <ac:chgData name="Lucy Brown" userId="5e70d7ba-06ec-45ef-a5a6-41eac0ce51e1" providerId="ADAL" clId="{D79085A6-0AFE-462B-A6A9-FF4722620893}" dt="2025-12-15T20:51:22.073" v="6233" actId="20577"/>
          <ac:spMkLst>
            <pc:docMk/>
            <pc:sldMk cId="831333765" sldId="264"/>
            <ac:spMk id="32" creationId="{86D383E2-C922-4AF6-FCEB-07AD400D9205}"/>
          </ac:spMkLst>
        </pc:spChg>
        <pc:spChg chg="add 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33" creationId="{B3EAFDDA-5CDD-F526-C566-4C4DED123C78}"/>
          </ac:spMkLst>
        </pc:spChg>
        <pc:spChg chg="add 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35" creationId="{E92CD28E-9A70-4CBE-3B09-AFFEBB942D2B}"/>
          </ac:spMkLst>
        </pc:spChg>
        <pc:spChg chg="mod">
          <ac:chgData name="Lucy Brown" userId="5e70d7ba-06ec-45ef-a5a6-41eac0ce51e1" providerId="ADAL" clId="{D79085A6-0AFE-462B-A6A9-FF4722620893}" dt="2025-12-12T16:25:05.743" v="72" actId="403"/>
          <ac:spMkLst>
            <pc:docMk/>
            <pc:sldMk cId="831333765" sldId="264"/>
            <ac:spMk id="37" creationId="{8C7F56C7-4651-0D49-BA00-A3ABE9476FBB}"/>
          </ac:spMkLst>
        </pc:spChg>
        <pc:spChg chg="mod">
          <ac:chgData name="Lucy Brown" userId="5e70d7ba-06ec-45ef-a5a6-41eac0ce51e1" providerId="ADAL" clId="{D79085A6-0AFE-462B-A6A9-FF4722620893}" dt="2025-12-12T16:25:32.473" v="76" actId="1076"/>
          <ac:spMkLst>
            <pc:docMk/>
            <pc:sldMk cId="831333765" sldId="264"/>
            <ac:spMk id="38" creationId="{39CFF669-9923-DCB0-01EA-3EA2CEB709A6}"/>
          </ac:spMkLst>
        </pc:spChg>
        <pc:spChg chg="mod">
          <ac:chgData name="Lucy Brown" userId="5e70d7ba-06ec-45ef-a5a6-41eac0ce51e1" providerId="ADAL" clId="{D79085A6-0AFE-462B-A6A9-FF4722620893}" dt="2025-12-12T16:25:12.243" v="73" actId="1076"/>
          <ac:spMkLst>
            <pc:docMk/>
            <pc:sldMk cId="831333765" sldId="264"/>
            <ac:spMk id="40" creationId="{14289DE9-9A69-0A49-9DFB-6C5085BB8338}"/>
          </ac:spMkLst>
        </pc:spChg>
        <pc:spChg chg="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44" creationId="{70CAEC66-AF0B-B361-BEA0-3F504BDBAE83}"/>
          </ac:spMkLst>
        </pc:spChg>
        <pc:spChg chg="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45" creationId="{79141574-BFF6-A557-A01F-24EDFC68F379}"/>
          </ac:spMkLst>
        </pc:spChg>
        <pc:spChg chg="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46" creationId="{ED1953C7-CDC4-125C-3A60-8642352F402C}"/>
          </ac:spMkLst>
        </pc:spChg>
        <pc:spChg chg="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47" creationId="{DB478915-5533-E41E-F1EF-9E153666AB77}"/>
          </ac:spMkLst>
        </pc:spChg>
        <pc:spChg chg="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48" creationId="{77F56A3A-2E40-C77B-F6FE-4B01FFC96696}"/>
          </ac:spMkLst>
        </pc:spChg>
        <pc:spChg chg="mod">
          <ac:chgData name="Lucy Brown" userId="5e70d7ba-06ec-45ef-a5a6-41eac0ce51e1" providerId="ADAL" clId="{D79085A6-0AFE-462B-A6A9-FF4722620893}" dt="2025-12-12T16:21:14.118" v="12"/>
          <ac:spMkLst>
            <pc:docMk/>
            <pc:sldMk cId="831333765" sldId="264"/>
            <ac:spMk id="50" creationId="{A8731F73-3BAE-926A-0857-614D24530060}"/>
          </ac:spMkLst>
        </pc:spChg>
        <pc:spChg chg="mod topLvl">
          <ac:chgData name="Lucy Brown" userId="5e70d7ba-06ec-45ef-a5a6-41eac0ce51e1" providerId="ADAL" clId="{D79085A6-0AFE-462B-A6A9-FF4722620893}" dt="2025-12-12T16:37:07.415" v="388" actId="1076"/>
          <ac:spMkLst>
            <pc:docMk/>
            <pc:sldMk cId="831333765" sldId="264"/>
            <ac:spMk id="52" creationId="{9F9C8602-3F25-BCD8-FC65-0EB0C15BF3D7}"/>
          </ac:spMkLst>
        </pc:spChg>
        <pc:spChg chg="mod">
          <ac:chgData name="Lucy Brown" userId="5e70d7ba-06ec-45ef-a5a6-41eac0ce51e1" providerId="ADAL" clId="{D79085A6-0AFE-462B-A6A9-FF4722620893}" dt="2025-12-15T20:51:16.448" v="6231" actId="20577"/>
          <ac:spMkLst>
            <pc:docMk/>
            <pc:sldMk cId="831333765" sldId="264"/>
            <ac:spMk id="55" creationId="{28EAAD31-E9B8-5A31-6BFA-F6D7603D07AC}"/>
          </ac:spMkLst>
        </pc:spChg>
        <pc:spChg chg="add mod">
          <ac:chgData name="Lucy Brown" userId="5e70d7ba-06ec-45ef-a5a6-41eac0ce51e1" providerId="ADAL" clId="{D79085A6-0AFE-462B-A6A9-FF4722620893}" dt="2025-12-12T16:41:48.081" v="822" actId="20577"/>
          <ac:spMkLst>
            <pc:docMk/>
            <pc:sldMk cId="831333765" sldId="264"/>
            <ac:spMk id="57" creationId="{6DDDE2E1-67C1-777E-CC5C-86898F347EC4}"/>
          </ac:spMkLst>
        </pc:spChg>
        <pc:spChg chg="add mod">
          <ac:chgData name="Lucy Brown" userId="5e70d7ba-06ec-45ef-a5a6-41eac0ce51e1" providerId="ADAL" clId="{D79085A6-0AFE-462B-A6A9-FF4722620893}" dt="2025-12-12T16:41:53.421" v="823" actId="1076"/>
          <ac:spMkLst>
            <pc:docMk/>
            <pc:sldMk cId="831333765" sldId="264"/>
            <ac:spMk id="58" creationId="{5E247C57-79F5-C306-7098-DD934EEDE020}"/>
          </ac:spMkLst>
        </pc:spChg>
        <pc:spChg chg="add mod">
          <ac:chgData name="Lucy Brown" userId="5e70d7ba-06ec-45ef-a5a6-41eac0ce51e1" providerId="ADAL" clId="{D79085A6-0AFE-462B-A6A9-FF4722620893}" dt="2025-12-12T16:42:06.942" v="825" actId="1076"/>
          <ac:spMkLst>
            <pc:docMk/>
            <pc:sldMk cId="831333765" sldId="264"/>
            <ac:spMk id="59" creationId="{3DBE751B-2A85-20A7-424D-FADCA4DB4DE5}"/>
          </ac:spMkLst>
        </pc:spChg>
        <pc:grpChg chg="mod">
          <ac:chgData name="Lucy Brown" userId="5e70d7ba-06ec-45ef-a5a6-41eac0ce51e1" providerId="ADAL" clId="{D79085A6-0AFE-462B-A6A9-FF4722620893}" dt="2025-12-12T16:35:09.372" v="263" actId="1076"/>
          <ac:grpSpMkLst>
            <pc:docMk/>
            <pc:sldMk cId="831333765" sldId="264"/>
            <ac:grpSpMk id="36" creationId="{FED3CE85-307B-F5C6-7F02-3459A5B6D826}"/>
          </ac:grpSpMkLst>
        </pc:grpChg>
        <pc:grpChg chg="mod">
          <ac:chgData name="Lucy Brown" userId="5e70d7ba-06ec-45ef-a5a6-41eac0ce51e1" providerId="ADAL" clId="{D79085A6-0AFE-462B-A6A9-FF4722620893}" dt="2025-12-12T16:34:55.094" v="261" actId="1076"/>
          <ac:grpSpMkLst>
            <pc:docMk/>
            <pc:sldMk cId="831333765" sldId="264"/>
            <ac:grpSpMk id="43" creationId="{481CEBF0-0B8D-7430-0847-DF6679657678}"/>
          </ac:grpSpMkLst>
        </pc:grpChg>
        <pc:picChg chg="add mod">
          <ac:chgData name="Lucy Brown" userId="5e70d7ba-06ec-45ef-a5a6-41eac0ce51e1" providerId="ADAL" clId="{D79085A6-0AFE-462B-A6A9-FF4722620893}" dt="2025-12-15T11:55:34.181" v="1765"/>
          <ac:picMkLst>
            <pc:docMk/>
            <pc:sldMk cId="831333765" sldId="264"/>
            <ac:picMk id="2" creationId="{FB94BD7E-3FE5-7D51-0642-05B7E11D8BE0}"/>
          </ac:picMkLst>
        </pc:picChg>
      </pc:sldChg>
      <pc:sldChg chg="addSp delSp modSp add mod ord">
        <pc:chgData name="Lucy Brown" userId="5e70d7ba-06ec-45ef-a5a6-41eac0ce51e1" providerId="ADAL" clId="{D79085A6-0AFE-462B-A6A9-FF4722620893}" dt="2025-12-15T12:07:53.553" v="1849" actId="1076"/>
        <pc:sldMkLst>
          <pc:docMk/>
          <pc:sldMk cId="1509272003" sldId="265"/>
        </pc:sldMkLst>
        <pc:spChg chg="add mod">
          <ac:chgData name="Lucy Brown" userId="5e70d7ba-06ec-45ef-a5a6-41eac0ce51e1" providerId="ADAL" clId="{D79085A6-0AFE-462B-A6A9-FF4722620893}" dt="2025-12-15T12:07:36.369" v="1846" actId="1076"/>
          <ac:spMkLst>
            <pc:docMk/>
            <pc:sldMk cId="1509272003" sldId="265"/>
            <ac:spMk id="3" creationId="{30D0F766-DFB1-33C3-0B62-BB7441F76522}"/>
          </ac:spMkLst>
        </pc:spChg>
        <pc:spChg chg="mod">
          <ac:chgData name="Lucy Brown" userId="5e70d7ba-06ec-45ef-a5a6-41eac0ce51e1" providerId="ADAL" clId="{D79085A6-0AFE-462B-A6A9-FF4722620893}" dt="2025-12-15T12:05:54.840" v="1783" actId="1076"/>
          <ac:spMkLst>
            <pc:docMk/>
            <pc:sldMk cId="1509272003" sldId="265"/>
            <ac:spMk id="6" creationId="{D88DAC14-B9E4-DE8D-5852-FA131E14A174}"/>
          </ac:spMkLst>
        </pc:spChg>
        <pc:spChg chg="add mod">
          <ac:chgData name="Lucy Brown" userId="5e70d7ba-06ec-45ef-a5a6-41eac0ce51e1" providerId="ADAL" clId="{D79085A6-0AFE-462B-A6A9-FF4722620893}" dt="2025-12-15T12:05:54.840" v="1783" actId="1076"/>
          <ac:spMkLst>
            <pc:docMk/>
            <pc:sldMk cId="1509272003" sldId="265"/>
            <ac:spMk id="7" creationId="{256A191F-7918-56A1-95F0-AF7ED43297E5}"/>
          </ac:spMkLst>
        </pc:spChg>
        <pc:picChg chg="add mod">
          <ac:chgData name="Lucy Brown" userId="5e70d7ba-06ec-45ef-a5a6-41eac0ce51e1" providerId="ADAL" clId="{D79085A6-0AFE-462B-A6A9-FF4722620893}" dt="2025-12-15T11:55:53.359" v="1769"/>
          <ac:picMkLst>
            <pc:docMk/>
            <pc:sldMk cId="1509272003" sldId="265"/>
            <ac:picMk id="2" creationId="{9C701840-A57E-01F9-8286-22EAD7F45DCD}"/>
          </ac:picMkLst>
        </pc:picChg>
        <pc:picChg chg="add mod">
          <ac:chgData name="Lucy Brown" userId="5e70d7ba-06ec-45ef-a5a6-41eac0ce51e1" providerId="ADAL" clId="{D79085A6-0AFE-462B-A6A9-FF4722620893}" dt="2025-12-15T12:07:53.553" v="1849" actId="1076"/>
          <ac:picMkLst>
            <pc:docMk/>
            <pc:sldMk cId="1509272003" sldId="265"/>
            <ac:picMk id="8" creationId="{C2A5ED9A-D2F4-0435-E161-8A1B22D55136}"/>
          </ac:picMkLst>
        </pc:picChg>
      </pc:sldChg>
      <pc:sldChg chg="addSp delSp modSp add mod modAnim">
        <pc:chgData name="Lucy Brown" userId="5e70d7ba-06ec-45ef-a5a6-41eac0ce51e1" providerId="ADAL" clId="{D79085A6-0AFE-462B-A6A9-FF4722620893}" dt="2025-12-17T12:11:42.135" v="6268"/>
        <pc:sldMkLst>
          <pc:docMk/>
          <pc:sldMk cId="3852492965" sldId="266"/>
        </pc:sldMkLst>
        <pc:spChg chg="add mod">
          <ac:chgData name="Lucy Brown" userId="5e70d7ba-06ec-45ef-a5a6-41eac0ce51e1" providerId="ADAL" clId="{D79085A6-0AFE-462B-A6A9-FF4722620893}" dt="2025-12-15T12:09:43.839" v="1943" actId="20577"/>
          <ac:spMkLst>
            <pc:docMk/>
            <pc:sldMk cId="3852492965" sldId="266"/>
            <ac:spMk id="6" creationId="{3B88EFCE-E7ED-B7CD-F2EA-6B3ECBB44385}"/>
          </ac:spMkLst>
        </pc:spChg>
        <pc:spChg chg="add mod">
          <ac:chgData name="Lucy Brown" userId="5e70d7ba-06ec-45ef-a5a6-41eac0ce51e1" providerId="ADAL" clId="{D79085A6-0AFE-462B-A6A9-FF4722620893}" dt="2025-12-15T12:55:21.104" v="2208" actId="113"/>
          <ac:spMkLst>
            <pc:docMk/>
            <pc:sldMk cId="3852492965" sldId="266"/>
            <ac:spMk id="17" creationId="{A830DA7B-AD5E-996B-16BC-5BEB3F6178C2}"/>
          </ac:spMkLst>
        </pc:spChg>
        <pc:spChg chg="add mod">
          <ac:chgData name="Lucy Brown" userId="5e70d7ba-06ec-45ef-a5a6-41eac0ce51e1" providerId="ADAL" clId="{D79085A6-0AFE-462B-A6A9-FF4722620893}" dt="2025-12-15T12:55:21.104" v="2208" actId="113"/>
          <ac:spMkLst>
            <pc:docMk/>
            <pc:sldMk cId="3852492965" sldId="266"/>
            <ac:spMk id="18" creationId="{68A29C88-80A0-9A45-B5A8-D079ED3D9BF1}"/>
          </ac:spMkLst>
        </pc:spChg>
        <pc:spChg chg="add mod">
          <ac:chgData name="Lucy Brown" userId="5e70d7ba-06ec-45ef-a5a6-41eac0ce51e1" providerId="ADAL" clId="{D79085A6-0AFE-462B-A6A9-FF4722620893}" dt="2025-12-15T12:55:21.104" v="2208" actId="113"/>
          <ac:spMkLst>
            <pc:docMk/>
            <pc:sldMk cId="3852492965" sldId="266"/>
            <ac:spMk id="19" creationId="{AA9427D5-BD58-DE5D-C8ED-221E27065055}"/>
          </ac:spMkLst>
        </pc:spChg>
        <pc:spChg chg="add mod">
          <ac:chgData name="Lucy Brown" userId="5e70d7ba-06ec-45ef-a5a6-41eac0ce51e1" providerId="ADAL" clId="{D79085A6-0AFE-462B-A6A9-FF4722620893}" dt="2025-12-15T12:55:21.104" v="2208" actId="113"/>
          <ac:spMkLst>
            <pc:docMk/>
            <pc:sldMk cId="3852492965" sldId="266"/>
            <ac:spMk id="30" creationId="{BE439578-B82F-C5A5-E39A-1FD786CF9220}"/>
          </ac:spMkLst>
        </pc:spChg>
        <pc:spChg chg="add mod">
          <ac:chgData name="Lucy Brown" userId="5e70d7ba-06ec-45ef-a5a6-41eac0ce51e1" providerId="ADAL" clId="{D79085A6-0AFE-462B-A6A9-FF4722620893}" dt="2025-12-15T12:54:32.231" v="2198" actId="207"/>
          <ac:spMkLst>
            <pc:docMk/>
            <pc:sldMk cId="3852492965" sldId="266"/>
            <ac:spMk id="31" creationId="{FF674EE2-6D5A-857B-671D-5EBF8FD5325C}"/>
          </ac:spMkLst>
        </pc:spChg>
        <pc:spChg chg="add mod">
          <ac:chgData name="Lucy Brown" userId="5e70d7ba-06ec-45ef-a5a6-41eac0ce51e1" providerId="ADAL" clId="{D79085A6-0AFE-462B-A6A9-FF4722620893}" dt="2025-12-15T12:55:21.104" v="2208" actId="113"/>
          <ac:spMkLst>
            <pc:docMk/>
            <pc:sldMk cId="3852492965" sldId="266"/>
            <ac:spMk id="32" creationId="{9999BE9D-7241-FC85-DC59-E691254195C2}"/>
          </ac:spMkLst>
        </pc:spChg>
        <pc:spChg chg="add mod topLvl">
          <ac:chgData name="Lucy Brown" userId="5e70d7ba-06ec-45ef-a5a6-41eac0ce51e1" providerId="ADAL" clId="{D79085A6-0AFE-462B-A6A9-FF4722620893}" dt="2025-12-15T12:59:55.167" v="2215" actId="165"/>
          <ac:spMkLst>
            <pc:docMk/>
            <pc:sldMk cId="3852492965" sldId="266"/>
            <ac:spMk id="43" creationId="{AAFED074-A5C6-7D60-5991-22FD6E4A4A61}"/>
          </ac:spMkLst>
        </pc:spChg>
        <pc:spChg chg="add mod topLvl">
          <ac:chgData name="Lucy Brown" userId="5e70d7ba-06ec-45ef-a5a6-41eac0ce51e1" providerId="ADAL" clId="{D79085A6-0AFE-462B-A6A9-FF4722620893}" dt="2025-12-15T12:59:55.167" v="2215" actId="165"/>
          <ac:spMkLst>
            <pc:docMk/>
            <pc:sldMk cId="3852492965" sldId="266"/>
            <ac:spMk id="45" creationId="{FC9DD7BC-D92B-849F-081D-306F3E0D693B}"/>
          </ac:spMkLst>
        </pc:spChg>
        <pc:spChg chg="add mod topLvl">
          <ac:chgData name="Lucy Brown" userId="5e70d7ba-06ec-45ef-a5a6-41eac0ce51e1" providerId="ADAL" clId="{D79085A6-0AFE-462B-A6A9-FF4722620893}" dt="2025-12-15T12:59:55.167" v="2215" actId="165"/>
          <ac:spMkLst>
            <pc:docMk/>
            <pc:sldMk cId="3852492965" sldId="266"/>
            <ac:spMk id="46" creationId="{DB6324B4-313E-ECD7-554D-49B622CCB5B6}"/>
          </ac:spMkLst>
        </pc:spChg>
        <pc:spChg chg="add mod topLvl">
          <ac:chgData name="Lucy Brown" userId="5e70d7ba-06ec-45ef-a5a6-41eac0ce51e1" providerId="ADAL" clId="{D79085A6-0AFE-462B-A6A9-FF4722620893}" dt="2025-12-15T12:59:58.037" v="2216" actId="165"/>
          <ac:spMkLst>
            <pc:docMk/>
            <pc:sldMk cId="3852492965" sldId="266"/>
            <ac:spMk id="52" creationId="{E2D6D258-2F54-DEDE-1774-4D343210FBA7}"/>
          </ac:spMkLst>
        </pc:spChg>
        <pc:spChg chg="add mod topLvl">
          <ac:chgData name="Lucy Brown" userId="5e70d7ba-06ec-45ef-a5a6-41eac0ce51e1" providerId="ADAL" clId="{D79085A6-0AFE-462B-A6A9-FF4722620893}" dt="2025-12-15T12:59:58.037" v="2216" actId="165"/>
          <ac:spMkLst>
            <pc:docMk/>
            <pc:sldMk cId="3852492965" sldId="266"/>
            <ac:spMk id="53" creationId="{957306EE-281B-5508-95F6-93AA7E12B4E6}"/>
          </ac:spMkLst>
        </pc:spChg>
        <pc:spChg chg="add mod topLvl">
          <ac:chgData name="Lucy Brown" userId="5e70d7ba-06ec-45ef-a5a6-41eac0ce51e1" providerId="ADAL" clId="{D79085A6-0AFE-462B-A6A9-FF4722620893}" dt="2025-12-15T12:59:58.037" v="2216" actId="165"/>
          <ac:spMkLst>
            <pc:docMk/>
            <pc:sldMk cId="3852492965" sldId="266"/>
            <ac:spMk id="54" creationId="{0F8C9A04-F806-0BBF-5A7D-F19DEF53F0ED}"/>
          </ac:spMkLst>
        </pc:spChg>
        <pc:spChg chg="add mod topLvl">
          <ac:chgData name="Lucy Brown" userId="5e70d7ba-06ec-45ef-a5a6-41eac0ce51e1" providerId="ADAL" clId="{D79085A6-0AFE-462B-A6A9-FF4722620893}" dt="2025-12-15T13:00:00.728" v="2217" actId="165"/>
          <ac:spMkLst>
            <pc:docMk/>
            <pc:sldMk cId="3852492965" sldId="266"/>
            <ac:spMk id="62" creationId="{44379D69-0C09-16CB-C44A-81FD56C25B9A}"/>
          </ac:spMkLst>
        </pc:spChg>
        <pc:spChg chg="add mod topLvl">
          <ac:chgData name="Lucy Brown" userId="5e70d7ba-06ec-45ef-a5a6-41eac0ce51e1" providerId="ADAL" clId="{D79085A6-0AFE-462B-A6A9-FF4722620893}" dt="2025-12-15T13:00:00.728" v="2217" actId="165"/>
          <ac:spMkLst>
            <pc:docMk/>
            <pc:sldMk cId="3852492965" sldId="266"/>
            <ac:spMk id="63" creationId="{8DCE4646-85B6-4CC6-662B-982CA55D47ED}"/>
          </ac:spMkLst>
        </pc:spChg>
        <pc:grpChg chg="add mod">
          <ac:chgData name="Lucy Brown" userId="5e70d7ba-06ec-45ef-a5a6-41eac0ce51e1" providerId="ADAL" clId="{D79085A6-0AFE-462B-A6A9-FF4722620893}" dt="2025-12-15T12:50:33.305" v="2166" actId="164"/>
          <ac:grpSpMkLst>
            <pc:docMk/>
            <pc:sldMk cId="3852492965" sldId="266"/>
            <ac:grpSpMk id="55" creationId="{F64372EB-C00D-7E88-E341-3111165E4545}"/>
          </ac:grpSpMkLst>
        </pc:grpChg>
        <pc:grpChg chg="add mod">
          <ac:chgData name="Lucy Brown" userId="5e70d7ba-06ec-45ef-a5a6-41eac0ce51e1" providerId="ADAL" clId="{D79085A6-0AFE-462B-A6A9-FF4722620893}" dt="2025-12-15T12:50:43.221" v="2167" actId="164"/>
          <ac:grpSpMkLst>
            <pc:docMk/>
            <pc:sldMk cId="3852492965" sldId="266"/>
            <ac:grpSpMk id="56" creationId="{306A7645-A208-E753-0FBD-A3A64BAA0EC5}"/>
          </ac:grpSpMkLst>
        </pc:grpChg>
        <pc:grpChg chg="add mod">
          <ac:chgData name="Lucy Brown" userId="5e70d7ba-06ec-45ef-a5a6-41eac0ce51e1" providerId="ADAL" clId="{D79085A6-0AFE-462B-A6A9-FF4722620893}" dt="2025-12-15T12:50:50.211" v="2168" actId="164"/>
          <ac:grpSpMkLst>
            <pc:docMk/>
            <pc:sldMk cId="3852492965" sldId="266"/>
            <ac:grpSpMk id="57" creationId="{8D1764D3-5D0D-8B54-D26E-1EC47379FF01}"/>
          </ac:grpSpMkLst>
        </pc:grpChg>
        <pc:picChg chg="add mod">
          <ac:chgData name="Lucy Brown" userId="5e70d7ba-06ec-45ef-a5a6-41eac0ce51e1" providerId="ADAL" clId="{D79085A6-0AFE-462B-A6A9-FF4722620893}" dt="2025-12-15T11:58:42.275" v="1781" actId="1076"/>
          <ac:picMkLst>
            <pc:docMk/>
            <pc:sldMk cId="3852492965" sldId="266"/>
            <ac:picMk id="5" creationId="{805489E2-6607-4CB0-924C-5757C0568389}"/>
          </ac:picMkLst>
        </pc:picChg>
        <pc:picChg chg="add mod">
          <ac:chgData name="Lucy Brown" userId="5e70d7ba-06ec-45ef-a5a6-41eac0ce51e1" providerId="ADAL" clId="{D79085A6-0AFE-462B-A6A9-FF4722620893}" dt="2025-12-15T12:40:10.909" v="2038" actId="1076"/>
          <ac:picMkLst>
            <pc:docMk/>
            <pc:sldMk cId="3852492965" sldId="266"/>
            <ac:picMk id="22" creationId="{D220FC68-2663-ABE6-003E-E27A3514A110}"/>
          </ac:picMkLst>
        </pc:picChg>
        <pc:picChg chg="add mod">
          <ac:chgData name="Lucy Brown" userId="5e70d7ba-06ec-45ef-a5a6-41eac0ce51e1" providerId="ADAL" clId="{D79085A6-0AFE-462B-A6A9-FF4722620893}" dt="2025-12-15T12:50:50.211" v="2168" actId="164"/>
          <ac:picMkLst>
            <pc:docMk/>
            <pc:sldMk cId="3852492965" sldId="266"/>
            <ac:picMk id="25" creationId="{D3B0A757-4D65-E9DB-574E-85E691CE01AD}"/>
          </ac:picMkLst>
        </pc:picChg>
        <pc:picChg chg="add mod">
          <ac:chgData name="Lucy Brown" userId="5e70d7ba-06ec-45ef-a5a6-41eac0ce51e1" providerId="ADAL" clId="{D79085A6-0AFE-462B-A6A9-FF4722620893}" dt="2025-12-15T12:50:43.221" v="2167" actId="164"/>
          <ac:picMkLst>
            <pc:docMk/>
            <pc:sldMk cId="3852492965" sldId="266"/>
            <ac:picMk id="26" creationId="{F639C9F3-FFA9-3620-912C-FBA0D66C9C53}"/>
          </ac:picMkLst>
        </pc:picChg>
        <pc:picChg chg="add mod">
          <ac:chgData name="Lucy Brown" userId="5e70d7ba-06ec-45ef-a5a6-41eac0ce51e1" providerId="ADAL" clId="{D79085A6-0AFE-462B-A6A9-FF4722620893}" dt="2025-12-15T12:50:33.305" v="2166" actId="164"/>
          <ac:picMkLst>
            <pc:docMk/>
            <pc:sldMk cId="3852492965" sldId="266"/>
            <ac:picMk id="27" creationId="{2103B3C2-D30F-6B37-24D1-0E2F381A14F1}"/>
          </ac:picMkLst>
        </pc:picChg>
        <pc:picChg chg="add mod">
          <ac:chgData name="Lucy Brown" userId="5e70d7ba-06ec-45ef-a5a6-41eac0ce51e1" providerId="ADAL" clId="{D79085A6-0AFE-462B-A6A9-FF4722620893}" dt="2025-12-15T12:40:22.235" v="2041" actId="1076"/>
          <ac:picMkLst>
            <pc:docMk/>
            <pc:sldMk cId="3852492965" sldId="266"/>
            <ac:picMk id="29" creationId="{8C758111-3F55-C140-3B5F-4C64E3323D11}"/>
          </ac:picMkLst>
        </pc:picChg>
        <pc:picChg chg="add mod topLvl">
          <ac:chgData name="Lucy Brown" userId="5e70d7ba-06ec-45ef-a5a6-41eac0ce51e1" providerId="ADAL" clId="{D79085A6-0AFE-462B-A6A9-FF4722620893}" dt="2025-12-15T13:00:15.510" v="2218" actId="165"/>
          <ac:picMkLst>
            <pc:docMk/>
            <pc:sldMk cId="3852492965" sldId="266"/>
            <ac:picMk id="33" creationId="{39CC83E9-7EA5-6C4F-3486-CEC915C13D21}"/>
          </ac:picMkLst>
        </pc:picChg>
        <pc:picChg chg="add mod topLvl">
          <ac:chgData name="Lucy Brown" userId="5e70d7ba-06ec-45ef-a5a6-41eac0ce51e1" providerId="ADAL" clId="{D79085A6-0AFE-462B-A6A9-FF4722620893}" dt="2025-12-15T13:00:36.891" v="2220" actId="165"/>
          <ac:picMkLst>
            <pc:docMk/>
            <pc:sldMk cId="3852492965" sldId="266"/>
            <ac:picMk id="34" creationId="{0C45D838-0C52-A4C2-E5BB-C1143D2C46CB}"/>
          </ac:picMkLst>
        </pc:picChg>
        <pc:picChg chg="add mod topLvl">
          <ac:chgData name="Lucy Brown" userId="5e70d7ba-06ec-45ef-a5a6-41eac0ce51e1" providerId="ADAL" clId="{D79085A6-0AFE-462B-A6A9-FF4722620893}" dt="2025-12-15T13:00:36.891" v="2220" actId="165"/>
          <ac:picMkLst>
            <pc:docMk/>
            <pc:sldMk cId="3852492965" sldId="266"/>
            <ac:picMk id="35" creationId="{D2D1BAB6-CF1A-EE0B-1EDD-2D0461F93BFA}"/>
          </ac:picMkLst>
        </pc:picChg>
        <pc:picChg chg="mod topLvl">
          <ac:chgData name="Lucy Brown" userId="5e70d7ba-06ec-45ef-a5a6-41eac0ce51e1" providerId="ADAL" clId="{D79085A6-0AFE-462B-A6A9-FF4722620893}" dt="2025-12-15T13:00:19.859" v="2219" actId="165"/>
          <ac:picMkLst>
            <pc:docMk/>
            <pc:sldMk cId="3852492965" sldId="266"/>
            <ac:picMk id="48" creationId="{85EEE114-051C-E240-059F-6FBE16BBD6B5}"/>
          </ac:picMkLst>
        </pc:picChg>
        <pc:picChg chg="mod topLvl">
          <ac:chgData name="Lucy Brown" userId="5e70d7ba-06ec-45ef-a5a6-41eac0ce51e1" providerId="ADAL" clId="{D79085A6-0AFE-462B-A6A9-FF4722620893}" dt="2025-12-15T13:00:44.079" v="2221" actId="165"/>
          <ac:picMkLst>
            <pc:docMk/>
            <pc:sldMk cId="3852492965" sldId="266"/>
            <ac:picMk id="50" creationId="{833E5790-0B51-1677-EB0C-568156DF43CA}"/>
          </ac:picMkLst>
        </pc:picChg>
        <pc:picChg chg="mod topLvl">
          <ac:chgData name="Lucy Brown" userId="5e70d7ba-06ec-45ef-a5a6-41eac0ce51e1" providerId="ADAL" clId="{D79085A6-0AFE-462B-A6A9-FF4722620893}" dt="2025-12-15T13:00:44.079" v="2221" actId="165"/>
          <ac:picMkLst>
            <pc:docMk/>
            <pc:sldMk cId="3852492965" sldId="266"/>
            <ac:picMk id="51" creationId="{F112DFE4-8C0A-962A-5E7C-8902790A8037}"/>
          </ac:picMkLst>
        </pc:picChg>
        <pc:picChg chg="add mod topLvl">
          <ac:chgData name="Lucy Brown" userId="5e70d7ba-06ec-45ef-a5a6-41eac0ce51e1" providerId="ADAL" clId="{D79085A6-0AFE-462B-A6A9-FF4722620893}" dt="2025-12-15T13:00:00.728" v="2217" actId="165"/>
          <ac:picMkLst>
            <pc:docMk/>
            <pc:sldMk cId="3852492965" sldId="266"/>
            <ac:picMk id="60" creationId="{687947FC-B923-6FAA-698D-87B5AF693AA7}"/>
          </ac:picMkLst>
        </pc:picChg>
        <pc:picChg chg="add mod topLvl">
          <ac:chgData name="Lucy Brown" userId="5e70d7ba-06ec-45ef-a5a6-41eac0ce51e1" providerId="ADAL" clId="{D79085A6-0AFE-462B-A6A9-FF4722620893}" dt="2025-12-15T13:00:00.728" v="2217" actId="165"/>
          <ac:picMkLst>
            <pc:docMk/>
            <pc:sldMk cId="3852492965" sldId="266"/>
            <ac:picMk id="61" creationId="{5DD3AC9E-8BE0-6C10-C0FC-306930E4BCE6}"/>
          </ac:picMkLst>
        </pc:picChg>
      </pc:sldChg>
      <pc:sldChg chg="addSp delSp modSp add mod">
        <pc:chgData name="Lucy Brown" userId="5e70d7ba-06ec-45ef-a5a6-41eac0ce51e1" providerId="ADAL" clId="{D79085A6-0AFE-462B-A6A9-FF4722620893}" dt="2025-12-15T20:51:46.630" v="6243" actId="20577"/>
        <pc:sldMkLst>
          <pc:docMk/>
          <pc:sldMk cId="4059088832" sldId="267"/>
        </pc:sldMkLst>
        <pc:spChg chg="add mod">
          <ac:chgData name="Lucy Brown" userId="5e70d7ba-06ec-45ef-a5a6-41eac0ce51e1" providerId="ADAL" clId="{D79085A6-0AFE-462B-A6A9-FF4722620893}" dt="2025-12-15T20:51:46.630" v="6243" actId="20577"/>
          <ac:spMkLst>
            <pc:docMk/>
            <pc:sldMk cId="4059088832" sldId="267"/>
            <ac:spMk id="2" creationId="{6E08E550-AC61-5D28-1AE5-027A2AD88DFE}"/>
          </ac:spMkLst>
        </pc:spChg>
        <pc:spChg chg="add mod">
          <ac:chgData name="Lucy Brown" userId="5e70d7ba-06ec-45ef-a5a6-41eac0ce51e1" providerId="ADAL" clId="{D79085A6-0AFE-462B-A6A9-FF4722620893}" dt="2025-12-15T20:51:28.501" v="6235" actId="20577"/>
          <ac:spMkLst>
            <pc:docMk/>
            <pc:sldMk cId="4059088832" sldId="267"/>
            <ac:spMk id="7" creationId="{7F540213-D745-E403-C00C-EC7975530CBA}"/>
          </ac:spMkLst>
        </pc:spChg>
        <pc:spChg chg="add mod">
          <ac:chgData name="Lucy Brown" userId="5e70d7ba-06ec-45ef-a5a6-41eac0ce51e1" providerId="ADAL" clId="{D79085A6-0AFE-462B-A6A9-FF4722620893}" dt="2025-12-15T18:45:08.093" v="4558" actId="1076"/>
          <ac:spMkLst>
            <pc:docMk/>
            <pc:sldMk cId="4059088832" sldId="267"/>
            <ac:spMk id="8" creationId="{71EDD08A-9F5E-BD99-C969-EEC201802154}"/>
          </ac:spMkLst>
        </pc:spChg>
        <pc:spChg chg="add mod">
          <ac:chgData name="Lucy Brown" userId="5e70d7ba-06ec-45ef-a5a6-41eac0ce51e1" providerId="ADAL" clId="{D79085A6-0AFE-462B-A6A9-FF4722620893}" dt="2025-12-15T17:06:22.775" v="3420" actId="20577"/>
          <ac:spMkLst>
            <pc:docMk/>
            <pc:sldMk cId="4059088832" sldId="267"/>
            <ac:spMk id="9" creationId="{4F07C66A-8FAD-FD09-D710-47FC0A9B0EE6}"/>
          </ac:spMkLst>
        </pc:spChg>
        <pc:spChg chg="add mod">
          <ac:chgData name="Lucy Brown" userId="5e70d7ba-06ec-45ef-a5a6-41eac0ce51e1" providerId="ADAL" clId="{D79085A6-0AFE-462B-A6A9-FF4722620893}" dt="2025-12-15T17:07:11.459" v="3447" actId="20577"/>
          <ac:spMkLst>
            <pc:docMk/>
            <pc:sldMk cId="4059088832" sldId="267"/>
            <ac:spMk id="11" creationId="{CB2454D0-005D-C57E-23D7-9DE32166EA52}"/>
          </ac:spMkLst>
        </pc:spChg>
      </pc:sldChg>
      <pc:sldChg chg="addSp delSp modSp add mod">
        <pc:chgData name="Lucy Brown" userId="5e70d7ba-06ec-45ef-a5a6-41eac0ce51e1" providerId="ADAL" clId="{D79085A6-0AFE-462B-A6A9-FF4722620893}" dt="2025-12-15T20:52:08.649" v="6251" actId="20577"/>
        <pc:sldMkLst>
          <pc:docMk/>
          <pc:sldMk cId="3438634905" sldId="268"/>
        </pc:sldMkLst>
        <pc:spChg chg="mod">
          <ac:chgData name="Lucy Brown" userId="5e70d7ba-06ec-45ef-a5a6-41eac0ce51e1" providerId="ADAL" clId="{D79085A6-0AFE-462B-A6A9-FF4722620893}" dt="2025-12-15T20:52:06.888" v="6249" actId="20577"/>
          <ac:spMkLst>
            <pc:docMk/>
            <pc:sldMk cId="3438634905" sldId="268"/>
            <ac:spMk id="2" creationId="{70A1735F-919C-E7D1-7551-8526F028164F}"/>
          </ac:spMkLst>
        </pc:spChg>
        <pc:spChg chg="add mod">
          <ac:chgData name="Lucy Brown" userId="5e70d7ba-06ec-45ef-a5a6-41eac0ce51e1" providerId="ADAL" clId="{D79085A6-0AFE-462B-A6A9-FF4722620893}" dt="2025-12-15T20:52:08.649" v="6251" actId="20577"/>
          <ac:spMkLst>
            <pc:docMk/>
            <pc:sldMk cId="3438634905" sldId="268"/>
            <ac:spMk id="3" creationId="{B49919FF-6B78-0027-0458-2C991708E6A4}"/>
          </ac:spMkLst>
        </pc:spChg>
        <pc:spChg chg="add del mod">
          <ac:chgData name="Lucy Brown" userId="5e70d7ba-06ec-45ef-a5a6-41eac0ce51e1" providerId="ADAL" clId="{D79085A6-0AFE-462B-A6A9-FF4722620893}" dt="2025-12-15T17:28:53.662" v="3905" actId="20577"/>
          <ac:spMkLst>
            <pc:docMk/>
            <pc:sldMk cId="3438634905" sldId="268"/>
            <ac:spMk id="6" creationId="{B12CEE4D-6D96-7088-D0B9-F9ACBAE40CFD}"/>
          </ac:spMkLst>
        </pc:spChg>
        <pc:spChg chg="add mod">
          <ac:chgData name="Lucy Brown" userId="5e70d7ba-06ec-45ef-a5a6-41eac0ce51e1" providerId="ADAL" clId="{D79085A6-0AFE-462B-A6A9-FF4722620893}" dt="2025-12-15T17:30:27.235" v="3923" actId="1076"/>
          <ac:spMkLst>
            <pc:docMk/>
            <pc:sldMk cId="3438634905" sldId="268"/>
            <ac:spMk id="7" creationId="{8501875E-7CA8-81FE-2355-C3DD196998EB}"/>
          </ac:spMkLst>
        </pc:spChg>
        <pc:spChg chg="add mod ord">
          <ac:chgData name="Lucy Brown" userId="5e70d7ba-06ec-45ef-a5a6-41eac0ce51e1" providerId="ADAL" clId="{D79085A6-0AFE-462B-A6A9-FF4722620893}" dt="2025-12-15T17:39:26.791" v="3974" actId="170"/>
          <ac:spMkLst>
            <pc:docMk/>
            <pc:sldMk cId="3438634905" sldId="268"/>
            <ac:spMk id="8" creationId="{E1BADE8A-483C-9BF3-C41B-04800DC9ED94}"/>
          </ac:spMkLst>
        </pc:spChg>
        <pc:spChg chg="add mod">
          <ac:chgData name="Lucy Brown" userId="5e70d7ba-06ec-45ef-a5a6-41eac0ce51e1" providerId="ADAL" clId="{D79085A6-0AFE-462B-A6A9-FF4722620893}" dt="2025-12-15T17:30:29.562" v="3924" actId="1076"/>
          <ac:spMkLst>
            <pc:docMk/>
            <pc:sldMk cId="3438634905" sldId="268"/>
            <ac:spMk id="9" creationId="{4DE16BAD-2B06-FB13-CF21-9A92EF41323A}"/>
          </ac:spMkLst>
        </pc:spChg>
        <pc:spChg chg="add mod">
          <ac:chgData name="Lucy Brown" userId="5e70d7ba-06ec-45ef-a5a6-41eac0ce51e1" providerId="ADAL" clId="{D79085A6-0AFE-462B-A6A9-FF4722620893}" dt="2025-12-15T17:43:50.203" v="4010" actId="1076"/>
          <ac:spMkLst>
            <pc:docMk/>
            <pc:sldMk cId="3438634905" sldId="268"/>
            <ac:spMk id="50" creationId="{724EF59C-955C-9D3A-9255-965585347552}"/>
          </ac:spMkLst>
        </pc:spChg>
        <pc:spChg chg="add mod">
          <ac:chgData name="Lucy Brown" userId="5e70d7ba-06ec-45ef-a5a6-41eac0ce51e1" providerId="ADAL" clId="{D79085A6-0AFE-462B-A6A9-FF4722620893}" dt="2025-12-15T17:44:04.544" v="4014" actId="20577"/>
          <ac:spMkLst>
            <pc:docMk/>
            <pc:sldMk cId="3438634905" sldId="268"/>
            <ac:spMk id="51" creationId="{3D5725CF-DA1E-33CC-339D-897ACC95CC9E}"/>
          </ac:spMkLst>
        </pc:spChg>
        <pc:spChg chg="add mod">
          <ac:chgData name="Lucy Brown" userId="5e70d7ba-06ec-45ef-a5a6-41eac0ce51e1" providerId="ADAL" clId="{D79085A6-0AFE-462B-A6A9-FF4722620893}" dt="2025-12-15T17:44:17.308" v="4020" actId="20577"/>
          <ac:spMkLst>
            <pc:docMk/>
            <pc:sldMk cId="3438634905" sldId="268"/>
            <ac:spMk id="52" creationId="{B8B9854D-8A05-8DEB-7816-1CB284EE07F3}"/>
          </ac:spMkLst>
        </pc:spChg>
        <pc:spChg chg="add mod">
          <ac:chgData name="Lucy Brown" userId="5e70d7ba-06ec-45ef-a5a6-41eac0ce51e1" providerId="ADAL" clId="{D79085A6-0AFE-462B-A6A9-FF4722620893}" dt="2025-12-15T17:44:27.483" v="4024" actId="20577"/>
          <ac:spMkLst>
            <pc:docMk/>
            <pc:sldMk cId="3438634905" sldId="268"/>
            <ac:spMk id="53" creationId="{477ED136-7256-AFE7-4698-48EE1DE77D8B}"/>
          </ac:spMkLst>
        </pc:spChg>
        <pc:spChg chg="add mod">
          <ac:chgData name="Lucy Brown" userId="5e70d7ba-06ec-45ef-a5a6-41eac0ce51e1" providerId="ADAL" clId="{D79085A6-0AFE-462B-A6A9-FF4722620893}" dt="2025-12-15T17:51:36.110" v="4227" actId="1076"/>
          <ac:spMkLst>
            <pc:docMk/>
            <pc:sldMk cId="3438634905" sldId="268"/>
            <ac:spMk id="54" creationId="{A35AA484-4AB0-0800-04CE-746A1B7A9FEC}"/>
          </ac:spMkLst>
        </pc:spChg>
        <pc:spChg chg="add mod">
          <ac:chgData name="Lucy Brown" userId="5e70d7ba-06ec-45ef-a5a6-41eac0ce51e1" providerId="ADAL" clId="{D79085A6-0AFE-462B-A6A9-FF4722620893}" dt="2025-12-15T17:51:26.688" v="4226" actId="1076"/>
          <ac:spMkLst>
            <pc:docMk/>
            <pc:sldMk cId="3438634905" sldId="268"/>
            <ac:spMk id="57" creationId="{24F5A95E-D4F1-21F7-3D7E-273C71B2B514}"/>
          </ac:spMkLst>
        </pc:spChg>
        <pc:spChg chg="add mod">
          <ac:chgData name="Lucy Brown" userId="5e70d7ba-06ec-45ef-a5a6-41eac0ce51e1" providerId="ADAL" clId="{D79085A6-0AFE-462B-A6A9-FF4722620893}" dt="2025-12-15T18:44:32.019" v="4556" actId="20577"/>
          <ac:spMkLst>
            <pc:docMk/>
            <pc:sldMk cId="3438634905" sldId="268"/>
            <ac:spMk id="58" creationId="{0F5CC865-F986-6B60-FD8B-F2A3C993B93B}"/>
          </ac:spMkLst>
        </pc:spChg>
        <pc:cxnChg chg="add mod">
          <ac:chgData name="Lucy Brown" userId="5e70d7ba-06ec-45ef-a5a6-41eac0ce51e1" providerId="ADAL" clId="{D79085A6-0AFE-462B-A6A9-FF4722620893}" dt="2025-12-15T17:30:40.301" v="3926" actId="14100"/>
          <ac:cxnSpMkLst>
            <pc:docMk/>
            <pc:sldMk cId="3438634905" sldId="268"/>
            <ac:cxnSpMk id="13" creationId="{DC963436-4838-F180-7244-E7B92D128AD3}"/>
          </ac:cxnSpMkLst>
        </pc:cxnChg>
        <pc:cxnChg chg="add mod">
          <ac:chgData name="Lucy Brown" userId="5e70d7ba-06ec-45ef-a5a6-41eac0ce51e1" providerId="ADAL" clId="{D79085A6-0AFE-462B-A6A9-FF4722620893}" dt="2025-12-15T17:30:52.458" v="3928" actId="1076"/>
          <ac:cxnSpMkLst>
            <pc:docMk/>
            <pc:sldMk cId="3438634905" sldId="268"/>
            <ac:cxnSpMk id="16" creationId="{1E3DE499-3E16-ADE5-98F4-E82E9B17CEC3}"/>
          </ac:cxnSpMkLst>
        </pc:cxnChg>
        <pc:cxnChg chg="add mod">
          <ac:chgData name="Lucy Brown" userId="5e70d7ba-06ec-45ef-a5a6-41eac0ce51e1" providerId="ADAL" clId="{D79085A6-0AFE-462B-A6A9-FF4722620893}" dt="2025-12-15T17:39:56.809" v="3976" actId="1582"/>
          <ac:cxnSpMkLst>
            <pc:docMk/>
            <pc:sldMk cId="3438634905" sldId="268"/>
            <ac:cxnSpMk id="30" creationId="{BAC60D23-A559-26E0-2F34-35B3360C98A5}"/>
          </ac:cxnSpMkLst>
        </pc:cxnChg>
        <pc:cxnChg chg="add mod">
          <ac:chgData name="Lucy Brown" userId="5e70d7ba-06ec-45ef-a5a6-41eac0ce51e1" providerId="ADAL" clId="{D79085A6-0AFE-462B-A6A9-FF4722620893}" dt="2025-12-15T17:39:50.752" v="3975" actId="1582"/>
          <ac:cxnSpMkLst>
            <pc:docMk/>
            <pc:sldMk cId="3438634905" sldId="268"/>
            <ac:cxnSpMk id="43" creationId="{737D39B3-7FF1-F1A5-D01C-B787999CCB43}"/>
          </ac:cxnSpMkLst>
        </pc:cxnChg>
      </pc:sldChg>
      <pc:sldChg chg="addSp delSp modSp add mod">
        <pc:chgData name="Lucy Brown" userId="5e70d7ba-06ec-45ef-a5a6-41eac0ce51e1" providerId="ADAL" clId="{D79085A6-0AFE-462B-A6A9-FF4722620893}" dt="2025-12-15T18:56:26.523" v="5754" actId="20577"/>
        <pc:sldMkLst>
          <pc:docMk/>
          <pc:sldMk cId="3233924258" sldId="269"/>
        </pc:sldMkLst>
        <pc:spChg chg="mod">
          <ac:chgData name="Lucy Brown" userId="5e70d7ba-06ec-45ef-a5a6-41eac0ce51e1" providerId="ADAL" clId="{D79085A6-0AFE-462B-A6A9-FF4722620893}" dt="2025-12-15T13:45:21.572" v="2645" actId="20577"/>
          <ac:spMkLst>
            <pc:docMk/>
            <pc:sldMk cId="3233924258" sldId="269"/>
            <ac:spMk id="2" creationId="{CD22BD1F-B5C0-E6A3-400A-4EC79FE2C832}"/>
          </ac:spMkLst>
        </pc:spChg>
        <pc:spChg chg="add mod">
          <ac:chgData name="Lucy Brown" userId="5e70d7ba-06ec-45ef-a5a6-41eac0ce51e1" providerId="ADAL" clId="{D79085A6-0AFE-462B-A6A9-FF4722620893}" dt="2025-12-15T18:56:26.523" v="5754" actId="20577"/>
          <ac:spMkLst>
            <pc:docMk/>
            <pc:sldMk cId="3233924258" sldId="269"/>
            <ac:spMk id="6" creationId="{13B64037-7AD8-B7F3-7E4E-2854A289A8E2}"/>
          </ac:spMkLst>
        </pc:spChg>
      </pc:sldChg>
      <pc:sldChg chg="addSp delSp modSp add mod ord">
        <pc:chgData name="Lucy Brown" userId="5e70d7ba-06ec-45ef-a5a6-41eac0ce51e1" providerId="ADAL" clId="{D79085A6-0AFE-462B-A6A9-FF4722620893}" dt="2025-12-17T12:38:32.372" v="6367"/>
        <pc:sldMkLst>
          <pc:docMk/>
          <pc:sldMk cId="60046057" sldId="270"/>
        </pc:sldMkLst>
        <pc:spChg chg="add mod">
          <ac:chgData name="Lucy Brown" userId="5e70d7ba-06ec-45ef-a5a6-41eac0ce51e1" providerId="ADAL" clId="{D79085A6-0AFE-462B-A6A9-FF4722620893}" dt="2025-12-15T20:28:05.985" v="5952" actId="12"/>
          <ac:spMkLst>
            <pc:docMk/>
            <pc:sldMk cId="60046057" sldId="270"/>
            <ac:spMk id="13" creationId="{CAB07BE9-8738-9BB5-14CD-D21AB67393EA}"/>
          </ac:spMkLst>
        </pc:spChg>
        <pc:spChg chg="add mod">
          <ac:chgData name="Lucy Brown" userId="5e70d7ba-06ec-45ef-a5a6-41eac0ce51e1" providerId="ADAL" clId="{D79085A6-0AFE-462B-A6A9-FF4722620893}" dt="2025-12-15T20:30:18.936" v="6224" actId="113"/>
          <ac:spMkLst>
            <pc:docMk/>
            <pc:sldMk cId="60046057" sldId="270"/>
            <ac:spMk id="14" creationId="{535F9FDC-9446-E7C3-1057-7EC98BDD30EC}"/>
          </ac:spMkLst>
        </pc:spChg>
        <pc:picChg chg="add mod">
          <ac:chgData name="Lucy Brown" userId="5e70d7ba-06ec-45ef-a5a6-41eac0ce51e1" providerId="ADAL" clId="{D79085A6-0AFE-462B-A6A9-FF4722620893}" dt="2025-12-15T18:57:12.214" v="5763"/>
          <ac:picMkLst>
            <pc:docMk/>
            <pc:sldMk cId="60046057" sldId="270"/>
            <ac:picMk id="7" creationId="{2CCCB7FD-FAF8-CD31-9102-0125B3DCACFE}"/>
          </ac:picMkLst>
        </pc:picChg>
        <pc:picChg chg="add mod">
          <ac:chgData name="Lucy Brown" userId="5e70d7ba-06ec-45ef-a5a6-41eac0ce51e1" providerId="ADAL" clId="{D79085A6-0AFE-462B-A6A9-FF4722620893}" dt="2025-12-15T20:26:09.952" v="5870" actId="14100"/>
          <ac:picMkLst>
            <pc:docMk/>
            <pc:sldMk cId="60046057" sldId="270"/>
            <ac:picMk id="10" creationId="{7EE0B3C5-44B9-B009-67B2-222A0F62DD43}"/>
          </ac:picMkLst>
        </pc:picChg>
        <pc:picChg chg="add mod">
          <ac:chgData name="Lucy Brown" userId="5e70d7ba-06ec-45ef-a5a6-41eac0ce51e1" providerId="ADAL" clId="{D79085A6-0AFE-462B-A6A9-FF4722620893}" dt="2025-12-15T20:26:06.797" v="5869" actId="1076"/>
          <ac:picMkLst>
            <pc:docMk/>
            <pc:sldMk cId="60046057" sldId="270"/>
            <ac:picMk id="12" creationId="{E1D89A3A-8365-76CC-C380-EAD8327B68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82334-C01B-4901-B996-D19E95AF1013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20250-8F68-43EE-AAF2-4ACC02B491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38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3EDA4-3AAC-456B-A584-F530FA2444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34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3715E-B8EF-4783-8606-87F66E7475F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361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E5B8-908C-01AA-C731-165A1F59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F61D1-E514-72FA-C71D-2B17EECA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719E9-3137-6120-8547-998709163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6E135-9CE3-BA86-F8C4-9442C28B3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3715E-B8EF-4783-8606-87F66E7475F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98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FCFB-FB01-9566-E4D2-60D3F519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34F2B-582A-29D7-8FC0-DD6672EFB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92D81-1D5C-139A-2298-BF8C107C1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531CB-2812-89A2-FB1A-092868C9C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3715E-B8EF-4783-8606-87F66E7475F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425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3B74-1DD5-FFDE-6174-F72E7744F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2334B-027E-8681-7896-9A3336F97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FD02-120E-EE0B-D161-CE75D136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E6FD-58C9-42B3-A696-0E13039CFB3E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E3F5F-9B0E-AE94-32D3-924E99BE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AF1F4-0091-9020-B3B3-FA008369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E571-5521-48ED-A94C-C9AE451A1D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51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6905-FAC4-FC9B-3D0A-C478365D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E261E-DD1B-C389-DC9D-4718F866E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FD4CF-DB5D-1B11-F7DF-5BC298A1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7644-6B6E-4677-B377-ED30275892AB}" type="datetime1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F3EC4-62DF-5E2F-D7A4-0E2340FC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421BC-5C1A-CDCF-9686-4BE26F48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24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07A4-8A93-3193-8B19-5331993D2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1C7EB-D2A6-61DB-7DB1-B2E9A7EB2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3D16-0DD4-CAD0-4D05-3B3E71CA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89A2-E8E6-4EB4-8E4A-BAB4021D5D39}" type="datetime1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BFA3B-B1DE-E5AD-8BBE-D63EA762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35445-4278-86D5-63B0-DFF274CE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04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C2F871-5206-E71E-B693-05A4C65EB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4A1DB-FEED-F1F0-261E-744E980D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EEB5-F00A-CEFC-E200-FBC996C00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8E6FD-58C9-42B3-A696-0E13039CFB3E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53B11-C091-031B-8019-23EDE7F04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9E39-8816-6F9F-004B-674E2B00C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5E571-5521-48ED-A94C-C9AE451A1D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3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44569-DC8D-76D3-4CBE-0AD4D6D0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41365-536A-03C0-57D8-8704CB4A8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AE3E-2015-7C69-A317-BF5F017FB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F97C9-9C97-4577-8C84-2A456B41AD08}" type="datetime1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9F78-55C3-B0C1-D352-64F59A958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85C31-7378-7F65-CC79-9A55A348A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86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37.png"/><Relationship Id="rId12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0.png"/><Relationship Id="rId11" Type="http://schemas.openxmlformats.org/officeDocument/2006/relationships/image" Target="../media/image19.pn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170.png"/><Relationship Id="rId9" Type="http://schemas.openxmlformats.org/officeDocument/2006/relationships/image" Target="../media/image3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8.sv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8.svg"/><Relationship Id="rId7" Type="http://schemas.openxmlformats.org/officeDocument/2006/relationships/image" Target="../media/image4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9F7F-169A-0ECC-1ECC-8DE820646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7932"/>
            <a:ext cx="9144000" cy="1883824"/>
          </a:xfrm>
        </p:spPr>
        <p:txBody>
          <a:bodyPr>
            <a:noAutofit/>
          </a:bodyPr>
          <a:lstStyle/>
          <a:p>
            <a:r>
              <a:rPr lang="en-GB" sz="4000" dirty="0"/>
              <a:t>Two Approaches for Register-based Population Size Estimation: Individual-level and Population-level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E3538DD-692B-2FB5-51AE-5C0A7F3FA5D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95649" y="3168666"/>
                <a:ext cx="5949044" cy="77401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800" b="1" dirty="0" smtClean="0"/>
                          <m:t>Lucy</m:t>
                        </m:r>
                        <m:r>
                          <m:rPr>
                            <m:nor/>
                          </m:rPr>
                          <a:rPr lang="en-GB" sz="2800" b="1" dirty="0" smtClean="0"/>
                          <m:t> </m:t>
                        </m:r>
                        <m:r>
                          <m:rPr>
                            <m:nor/>
                          </m:rPr>
                          <a:rPr lang="en-GB" sz="2800" b="1" dirty="0" smtClean="0"/>
                          <m:t>Brown</m:t>
                        </m:r>
                      </m:e>
                      <m:sup>
                        <m:r>
                          <a:rPr lang="en-GB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2800" dirty="0"/>
                  <a:t>: lyb3@kent.ac.uk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E3538DD-692B-2FB5-51AE-5C0A7F3FA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95649" y="3168666"/>
                <a:ext cx="5949044" cy="774018"/>
              </a:xfrm>
              <a:blipFill>
                <a:blip r:embed="rId2"/>
                <a:stretch>
                  <a:fillRect t="-125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E55BA5-5077-9FFA-41C5-20EF20168789}"/>
                  </a:ext>
                </a:extLst>
              </p:cNvPr>
              <p:cNvSpPr txBox="1"/>
              <p:nvPr/>
            </p:nvSpPr>
            <p:spPr>
              <a:xfrm>
                <a:off x="1524000" y="3771495"/>
                <a:ext cx="2634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sz="2800" b="0" i="0" smtClean="0"/>
                            <m:t>Eleni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Matechou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E55BA5-5077-9FFA-41C5-20EF20168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771495"/>
                <a:ext cx="263434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B7F3CE-93F3-6843-0DA3-C91FC9E3C523}"/>
                  </a:ext>
                </a:extLst>
              </p:cNvPr>
              <p:cNvSpPr txBox="1"/>
              <p:nvPr/>
            </p:nvSpPr>
            <p:spPr>
              <a:xfrm>
                <a:off x="4953000" y="3771495"/>
                <a:ext cx="2634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sz="2800" i="0" dirty="0" smtClean="0"/>
                            <m:t>Bruno</m:t>
                          </m:r>
                          <m:r>
                            <m:rPr>
                              <m:nor/>
                            </m:rPr>
                            <a:rPr lang="en-GB" sz="280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GB" sz="2800" i="0" dirty="0" smtClean="0"/>
                            <m:t>Santos</m:t>
                          </m:r>
                        </m:e>
                        <m:sup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B7F3CE-93F3-6843-0DA3-C91FC9E3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771495"/>
                <a:ext cx="26343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F5A7F1-8401-10E7-B7C4-5B9208766BFE}"/>
                  </a:ext>
                </a:extLst>
              </p:cNvPr>
              <p:cNvSpPr txBox="1"/>
              <p:nvPr/>
            </p:nvSpPr>
            <p:spPr>
              <a:xfrm>
                <a:off x="8382000" y="3771495"/>
                <a:ext cx="30371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Eleonora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Mussino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F5A7F1-8401-10E7-B7C4-5B9208766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3771495"/>
                <a:ext cx="30371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247D50B-B337-8C2F-7A41-863985A79F3F}"/>
              </a:ext>
            </a:extLst>
          </p:cNvPr>
          <p:cNvSpPr txBox="1"/>
          <p:nvPr/>
        </p:nvSpPr>
        <p:spPr>
          <a:xfrm>
            <a:off x="912168" y="4743884"/>
            <a:ext cx="53580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1 University of Kent, UK</a:t>
            </a:r>
          </a:p>
          <a:p>
            <a:r>
              <a:rPr lang="en-GB" sz="2000" i="1" dirty="0"/>
              <a:t>2 Queen Mary University of London, UK</a:t>
            </a:r>
          </a:p>
          <a:p>
            <a:r>
              <a:rPr lang="en-GB" sz="2000" i="1" dirty="0"/>
              <a:t>3 </a:t>
            </a:r>
            <a:r>
              <a:rPr lang="pt-BR" sz="2000" i="1" dirty="0"/>
              <a:t>Universidade de Lisboa, Portugal</a:t>
            </a:r>
          </a:p>
          <a:p>
            <a:r>
              <a:rPr lang="en-GB" sz="2000" i="1" dirty="0"/>
              <a:t>4 Stockholm University, Sweden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02155-3E7E-A932-0B01-FB17430BF00D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B10D1-2089-91FE-4A78-85528337A73C}"/>
              </a:ext>
            </a:extLst>
          </p:cNvPr>
          <p:cNvSpPr/>
          <p:nvPr/>
        </p:nvSpPr>
        <p:spPr>
          <a:xfrm>
            <a:off x="0" y="655580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B873B-5A58-81AC-7D96-0E84E311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A5CAB1F3-94AA-A1FB-F024-6A9CDB3BF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8011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9B1C95-7A87-11CC-FE1D-A33338477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550" y="4822383"/>
            <a:ext cx="2535989" cy="124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7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09ED-7790-3B52-4A95-88E10F5D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52659C-DF6E-F914-0332-029A712A339A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310BD-682B-1BC8-CA9A-55ED69182A27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94D10-D98D-BCEF-7625-CEF5370828A4}"/>
              </a:ext>
            </a:extLst>
          </p:cNvPr>
          <p:cNvSpPr txBox="1"/>
          <p:nvPr/>
        </p:nvSpPr>
        <p:spPr>
          <a:xfrm>
            <a:off x="3301751" y="1573973"/>
            <a:ext cx="23261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GB" sz="36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578E2B5-9CE6-B086-21E6-56B0DAAD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Administrative Register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AEA39-72AC-D273-FA07-B45D1195BCF8}"/>
              </a:ext>
            </a:extLst>
          </p:cNvPr>
          <p:cNvSpPr txBox="1"/>
          <p:nvPr/>
        </p:nvSpPr>
        <p:spPr>
          <a:xfrm>
            <a:off x="391887" y="1727274"/>
            <a:ext cx="5236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b="0" i="0" u="none" strike="noStrike" baseline="0" dirty="0"/>
              <a:t>Provided by a national statistics agency (e.g. Statistics Sweden – SCB, or Statistics Norway - SSB)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538A1-3B63-1E72-685A-D3885AC2F6BF}"/>
              </a:ext>
            </a:extLst>
          </p:cNvPr>
          <p:cNvSpPr txBox="1"/>
          <p:nvPr/>
        </p:nvSpPr>
        <p:spPr>
          <a:xfrm>
            <a:off x="391886" y="3347272"/>
            <a:ext cx="38702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b="0" i="0" u="none" strike="noStrike" baseline="0" dirty="0"/>
              <a:t>All foreign-born residents who first entered the country as adults during the study years </a:t>
            </a:r>
          </a:p>
          <a:p>
            <a:pPr algn="l"/>
            <a:r>
              <a:rPr lang="en-GB" sz="2200" dirty="0"/>
              <a:t>     </a:t>
            </a:r>
            <a:r>
              <a:rPr lang="en-GB" sz="2200" b="0" i="0" u="none" strike="noStrike" baseline="0" dirty="0"/>
              <a:t>(e.g. for Sweden 2003-2016, </a:t>
            </a:r>
          </a:p>
          <a:p>
            <a:pPr algn="l"/>
            <a:r>
              <a:rPr lang="en-GB" sz="2200" b="0" i="0" u="none" strike="noStrike" baseline="0" dirty="0"/>
              <a:t>     or for Norway 2007-2023)</a:t>
            </a:r>
          </a:p>
          <a:p>
            <a:endParaRPr lang="en-GB" dirty="0"/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07509316-09E9-587B-AA70-F5C51D62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2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58728-0631-DF73-5DC3-A7EF54E1FA57}"/>
              </a:ext>
            </a:extLst>
          </p:cNvPr>
          <p:cNvSpPr txBox="1"/>
          <p:nvPr/>
        </p:nvSpPr>
        <p:spPr>
          <a:xfrm>
            <a:off x="7668595" y="453256"/>
            <a:ext cx="1534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An arbitrary number of registers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6A01A-20F1-338B-4917-63042A546B54}"/>
              </a:ext>
            </a:extLst>
          </p:cNvPr>
          <p:cNvSpPr txBox="1"/>
          <p:nvPr/>
        </p:nvSpPr>
        <p:spPr>
          <a:xfrm>
            <a:off x="7747759" y="4927416"/>
            <a:ext cx="39852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Covariates (treated as categorical)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Country of birth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Time since first entry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ED3E1-FB73-4080-FF96-23C82F1BF44C}"/>
              </a:ext>
            </a:extLst>
          </p:cNvPr>
          <p:cNvSpPr txBox="1"/>
          <p:nvPr/>
        </p:nvSpPr>
        <p:spPr>
          <a:xfrm>
            <a:off x="4470251" y="2787909"/>
            <a:ext cx="2002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Emigration, Immigration and Death records</a:t>
            </a:r>
          </a:p>
        </p:txBody>
      </p:sp>
      <p:pic>
        <p:nvPicPr>
          <p:cNvPr id="21" name="Graphic 20" descr="Line arrow: Clockwise curve with solid fill">
            <a:extLst>
              <a:ext uri="{FF2B5EF4-FFF2-40B4-BE49-F238E27FC236}">
                <a16:creationId xmlns:a16="http://schemas.microsoft.com/office/drawing/2014/main" id="{95547CED-7BA5-0716-EEE1-1B4BC17AE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194856">
            <a:off x="6095724" y="2265776"/>
            <a:ext cx="914400" cy="914400"/>
          </a:xfrm>
          <a:prstGeom prst="rect">
            <a:avLst/>
          </a:prstGeom>
        </p:spPr>
      </p:pic>
      <p:pic>
        <p:nvPicPr>
          <p:cNvPr id="24" name="Graphic 23" descr="Line arrow: Counter-clockwise curve with solid fill">
            <a:extLst>
              <a:ext uri="{FF2B5EF4-FFF2-40B4-BE49-F238E27FC236}">
                <a16:creationId xmlns:a16="http://schemas.microsoft.com/office/drawing/2014/main" id="{74BC8E9A-F54B-0F6C-F89F-493A6B34C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721596">
            <a:off x="7978838" y="1392575"/>
            <a:ext cx="914400" cy="91440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FDF2BC-E57F-4B9A-7829-C805698C29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53"/>
          <a:stretch/>
        </p:blipFill>
        <p:spPr>
          <a:xfrm>
            <a:off x="9012008" y="1386440"/>
            <a:ext cx="2897952" cy="2051732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91176-0B56-250F-6CDC-C67E06F370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29" r="34070"/>
          <a:stretch/>
        </p:blipFill>
        <p:spPr>
          <a:xfrm>
            <a:off x="7199395" y="2744931"/>
            <a:ext cx="2217155" cy="203982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11E9E9-2B4E-368F-1C38-12A7DC942D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59"/>
          <a:stretch/>
        </p:blipFill>
        <p:spPr>
          <a:xfrm>
            <a:off x="4262174" y="4223241"/>
            <a:ext cx="3324222" cy="202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7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EF11-439A-826A-010A-57CC9245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E30C-EA4A-759E-182A-907A372C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Capture-Recapture &amp; HMM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ED65-A70D-4EB3-7554-F4CFDC17A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863" y="1676052"/>
            <a:ext cx="8216993" cy="2105636"/>
          </a:xfrm>
        </p:spPr>
        <p:txBody>
          <a:bodyPr>
            <a:noAutofit/>
          </a:bodyPr>
          <a:lstStyle/>
          <a:p>
            <a:pPr algn="l"/>
            <a:r>
              <a:rPr lang="en-GB" sz="1800" dirty="0"/>
              <a:t>CR models are commonly used in ecology to estimate population size for wild animals</a:t>
            </a:r>
          </a:p>
          <a:p>
            <a:pPr algn="l"/>
            <a:r>
              <a:rPr lang="en-GB" sz="1800" dirty="0"/>
              <a:t>An individual’s true state is unobservable (latent)</a:t>
            </a:r>
          </a:p>
          <a:p>
            <a:pPr algn="l"/>
            <a:r>
              <a:rPr lang="en-GB" sz="1800" dirty="0"/>
              <a:t>Hidden Markov model (HMM) formulation marginalises over the latent state to calculate the marginal likelihood</a:t>
            </a:r>
          </a:p>
          <a:p>
            <a:pPr algn="l"/>
            <a:r>
              <a:rPr lang="en-GB" sz="1800" dirty="0"/>
              <a:t>This iterative method is very efficient and allows latent states to be inferred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8CF65-68EB-6168-F026-6BD5767603E8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3CE1DF-317E-F2D2-9E09-39C630CA1EA5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diagram of mathematical equations&#10;&#10;Description automatically generated">
            <a:extLst>
              <a:ext uri="{FF2B5EF4-FFF2-40B4-BE49-F238E27FC236}">
                <a16:creationId xmlns:a16="http://schemas.microsoft.com/office/drawing/2014/main" id="{14C97DAC-099E-C1BE-CF92-BA7DCF0B0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21" y="3981450"/>
            <a:ext cx="8409421" cy="22140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D531FD8-5858-7E89-B19D-7BF26AA46D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144" y="1628024"/>
                <a:ext cx="3080656" cy="3601952"/>
              </a:xfrm>
              <a:prstGeom prst="rect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800" b="1" dirty="0"/>
                  <a:t>Capture Recapture (CR) Model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p>
                        <m:r>
                          <a:rPr lang="en-GB" sz="1800" b="1" i="0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GB" sz="1800" b="1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An initial capture is made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Unmarked individuals are marked in some unique way (tags, rings etc)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Individuals are released back into the population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Subsequent captures are made, allowing individuals to be tracked over time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D531FD8-5858-7E89-B19D-7BF26AA46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44" y="1628024"/>
                <a:ext cx="3080656" cy="3601952"/>
              </a:xfrm>
              <a:prstGeom prst="rect">
                <a:avLst/>
              </a:prstGeom>
              <a:blipFill>
                <a:blip r:embed="rId4"/>
                <a:stretch>
                  <a:fillRect l="-1575" t="-1347" r="-984" b="-1684"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A7DFF58-0850-491C-7757-581B0F4E83A7}"/>
              </a:ext>
            </a:extLst>
          </p:cNvPr>
          <p:cNvSpPr txBox="1"/>
          <p:nvPr/>
        </p:nvSpPr>
        <p:spPr>
          <a:xfrm>
            <a:off x="272144" y="5229976"/>
            <a:ext cx="3080656" cy="101566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[1] Kenneth H. Pollock. Capture-recapture models. Journal of the American Statistical Association, 95(449):293–296, 2000. ISSN 01621459, 1537274X. URLhttp://www.jstor.org/stable/2669550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76C045BE-FC72-488B-F870-1A4C966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3</a:t>
            </a:fld>
            <a:endParaRPr lang="en-GB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6102F-6195-5CB5-953F-003FE61E2BED}"/>
                  </a:ext>
                </a:extLst>
              </p:cNvPr>
              <p:cNvSpPr txBox="1"/>
              <p:nvPr/>
            </p:nvSpPr>
            <p:spPr>
              <a:xfrm>
                <a:off x="4391025" y="5070049"/>
                <a:ext cx="125049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6102F-6195-5CB5-953F-003FE61E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025" y="5070049"/>
                <a:ext cx="1250496" cy="523220"/>
              </a:xfrm>
              <a:prstGeom prst="rect">
                <a:avLst/>
              </a:prstGeom>
              <a:blipFill>
                <a:blip r:embed="rId5"/>
                <a:stretch>
                  <a:fillRect r="-1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 descr="Badge 1 outline">
            <a:extLst>
              <a:ext uri="{FF2B5EF4-FFF2-40B4-BE49-F238E27FC236}">
                <a16:creationId xmlns:a16="http://schemas.microsoft.com/office/drawing/2014/main" id="{B341394E-EE63-595F-C821-401634F2BC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25741" y="380182"/>
            <a:ext cx="757401" cy="7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3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D96E-3E81-7780-BCA2-6E8DC676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BBE8B0-4239-E3E4-E582-D8690DB497BC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F8A08-488D-9331-15D3-BC3BAD28F424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9B709A2D-6D5A-6495-91D6-68FDB710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4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50" name="Picture 49" descr="A diagram of a mathematical problem&#10;&#10;AI-generated content may be incorrect.">
            <a:extLst>
              <a:ext uri="{FF2B5EF4-FFF2-40B4-BE49-F238E27FC236}">
                <a16:creationId xmlns:a16="http://schemas.microsoft.com/office/drawing/2014/main" id="{B11B9B2C-E14A-EC84-A4E9-EC661168A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" y="633714"/>
            <a:ext cx="9765347" cy="5493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05B7AE-7F85-1DA2-FE13-CE62276D5A77}"/>
              </a:ext>
            </a:extLst>
          </p:cNvPr>
          <p:cNvSpPr txBox="1"/>
          <p:nvPr/>
        </p:nvSpPr>
        <p:spPr>
          <a:xfrm>
            <a:off x="9471492" y="3380218"/>
            <a:ext cx="2393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e = emigration</a:t>
            </a:r>
          </a:p>
          <a:p>
            <a:r>
              <a:rPr lang="en-GB" sz="2000" dirty="0" err="1"/>
              <a:t>i</a:t>
            </a:r>
            <a:r>
              <a:rPr lang="en-GB" sz="2000" dirty="0"/>
              <a:t> = (re-)immigration</a:t>
            </a:r>
          </a:p>
          <a:p>
            <a:r>
              <a:rPr lang="el-GR" sz="2000" dirty="0"/>
              <a:t>λ</a:t>
            </a:r>
            <a:r>
              <a:rPr lang="en-GB" sz="2000" dirty="0"/>
              <a:t> = de-registering</a:t>
            </a:r>
          </a:p>
          <a:p>
            <a:r>
              <a:rPr lang="en-GB" sz="2000" dirty="0"/>
              <a:t>s = survival</a:t>
            </a:r>
          </a:p>
        </p:txBody>
      </p:sp>
      <p:pic>
        <p:nvPicPr>
          <p:cNvPr id="6" name="Graphic 5" descr="Badge 1 outline">
            <a:extLst>
              <a:ext uri="{FF2B5EF4-FFF2-40B4-BE49-F238E27FC236}">
                <a16:creationId xmlns:a16="http://schemas.microsoft.com/office/drawing/2014/main" id="{92B7A155-03E5-8B6E-133A-0DFDD754A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25741" y="380182"/>
            <a:ext cx="757401" cy="7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9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5E231B7A-ECA3-BD65-1DEE-2221DFF4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Model Specification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86D383E2-C922-4AF6-FCEB-07AD400D92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39009"/>
              </a:xfrm>
            </p:spPr>
            <p:txBody>
              <a:bodyPr>
                <a:normAutofit/>
              </a:bodyPr>
              <a:lstStyle/>
              <a:p>
                <a:r>
                  <a:rPr lang="en-GB" sz="1800" b="0" i="0" u="none" strike="noStrike" baseline="0" dirty="0"/>
                  <a:t>Parameters in the model matrices are specified using logistic regression and a multicategory logit mode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ngsanaUPC" panose="02020603050405020304" pitchFamily="18" charset="-34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1800" b="0" i="0" kern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ngsanaUPC" panose="02020603050405020304" pitchFamily="18" charset="-34"/>
                          </a:rPr>
                          <m:t>l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GB" sz="1800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ngsanaUPC" panose="02020603050405020304" pitchFamily="18" charset="-34"/>
                              </a:rPr>
                            </m:ctrlPr>
                          </m:dPr>
                          <m:e>
                            <m:r>
                              <a:rPr lang="en-GB" sz="1800" b="0" i="1" kern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ngsanaUPC" panose="02020603050405020304" pitchFamily="18" charset="-34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sz="1800" b="0" i="0" u="none" strike="noStrike" baseline="0" dirty="0"/>
                  <a:t>, allowing incorporation of individual characteristics and interactions:</a:t>
                </a: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86D383E2-C922-4AF6-FCEB-07AD400D9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39009"/>
              </a:xfrm>
              <a:blipFill>
                <a:blip r:embed="rId2"/>
                <a:stretch>
                  <a:fillRect l="-406" t="-4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B3EAFDDA-5CDD-F526-C566-4C4DED123C78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0A24BA-09F3-A94D-27CE-024D92B84E74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Slide Number Placeholder 10">
            <a:extLst>
              <a:ext uri="{FF2B5EF4-FFF2-40B4-BE49-F238E27FC236}">
                <a16:creationId xmlns:a16="http://schemas.microsoft.com/office/drawing/2014/main" id="{E92CD28E-9A70-4CBE-3B09-AFFEBB942D2B}"/>
              </a:ext>
            </a:extLst>
          </p:cNvPr>
          <p:cNvSpPr txBox="1">
            <a:spLocks/>
          </p:cNvSpPr>
          <p:nvPr/>
        </p:nvSpPr>
        <p:spPr>
          <a:xfrm>
            <a:off x="9296400" y="65150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pPr/>
              <a:t>5</a:t>
            </a:fld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ED3CE85-307B-F5C6-7F02-3459A5B6D826}"/>
              </a:ext>
            </a:extLst>
          </p:cNvPr>
          <p:cNvGrpSpPr/>
          <p:nvPr/>
        </p:nvGrpSpPr>
        <p:grpSpPr>
          <a:xfrm>
            <a:off x="947896" y="2668533"/>
            <a:ext cx="3368743" cy="1304483"/>
            <a:chOff x="2845430" y="2290576"/>
            <a:chExt cx="3368743" cy="1304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C7F56C7-4651-0D49-BA00-A3ABE9476FBB}"/>
                    </a:ext>
                  </a:extLst>
                </p:cNvPr>
                <p:cNvSpPr txBox="1"/>
                <p:nvPr/>
              </p:nvSpPr>
              <p:spPr>
                <a:xfrm>
                  <a:off x="2845430" y="2290576"/>
                  <a:ext cx="33687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logit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 … 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C7F56C7-4651-0D49-BA00-A3ABE9476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5430" y="2290576"/>
                  <a:ext cx="336874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70" t="-2222" b="-3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9CFF669-9923-DCB0-01EA-3EA2CEB709A6}"/>
                    </a:ext>
                  </a:extLst>
                </p:cNvPr>
                <p:cNvSpPr txBox="1"/>
                <p:nvPr/>
              </p:nvSpPr>
              <p:spPr>
                <a:xfrm rot="16200000">
                  <a:off x="5246670" y="2046820"/>
                  <a:ext cx="45719" cy="16001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GB" sz="4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9CFF669-9923-DCB0-01EA-3EA2CEB70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246670" y="2046820"/>
                  <a:ext cx="45719" cy="1600199"/>
                </a:xfrm>
                <a:prstGeom prst="rect">
                  <a:avLst/>
                </a:prstGeom>
                <a:blipFill>
                  <a:blip r:embed="rId4"/>
                  <a:stretch>
                    <a:fillRect t="-2875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4289DE9-9A69-0A49-9DFB-6C5085BB8338}"/>
                </a:ext>
              </a:extLst>
            </p:cNvPr>
            <p:cNvSpPr txBox="1"/>
            <p:nvPr/>
          </p:nvSpPr>
          <p:spPr>
            <a:xfrm>
              <a:off x="4469430" y="2856395"/>
              <a:ext cx="16002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Individual- and time-dependent covariates C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81CEBF0-0B8D-7430-0847-DF6679657678}"/>
              </a:ext>
            </a:extLst>
          </p:cNvPr>
          <p:cNvGrpSpPr/>
          <p:nvPr/>
        </p:nvGrpSpPr>
        <p:grpSpPr>
          <a:xfrm>
            <a:off x="7636616" y="2533263"/>
            <a:ext cx="4053802" cy="1569648"/>
            <a:chOff x="370332" y="4348880"/>
            <a:chExt cx="4053802" cy="15696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0CAEC66-AF0B-B361-BEA0-3F504BDBAE83}"/>
                    </a:ext>
                  </a:extLst>
                </p:cNvPr>
                <p:cNvSpPr txBox="1"/>
                <p:nvPr/>
              </p:nvSpPr>
              <p:spPr>
                <a:xfrm>
                  <a:off x="370332" y="4348880"/>
                  <a:ext cx="4053802" cy="10270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9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7B3469-703D-09AE-7769-720046376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32" y="4348880"/>
                  <a:ext cx="4053802" cy="102707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9141574-BFF6-A557-A01F-24EDFC68F379}"/>
                    </a:ext>
                  </a:extLst>
                </p:cNvPr>
                <p:cNvSpPr txBox="1"/>
                <p:nvPr/>
              </p:nvSpPr>
              <p:spPr>
                <a:xfrm rot="16200000">
                  <a:off x="1352963" y="5009464"/>
                  <a:ext cx="226254" cy="9592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AE4A22-0E3B-9DF8-EF89-9AF228F6F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352963" y="5009464"/>
                  <a:ext cx="226254" cy="9592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D1953C7-CDC4-125C-3A60-8642352F402C}"/>
                    </a:ext>
                  </a:extLst>
                </p:cNvPr>
                <p:cNvSpPr txBox="1"/>
                <p:nvPr/>
              </p:nvSpPr>
              <p:spPr>
                <a:xfrm rot="16200000">
                  <a:off x="2520348" y="5009464"/>
                  <a:ext cx="226254" cy="9592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DE806AA-B030-ECCD-A6DC-E367FE922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520348" y="5009464"/>
                  <a:ext cx="226254" cy="9592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B478915-5533-E41E-F1EF-9E153666AB77}"/>
                    </a:ext>
                  </a:extLst>
                </p:cNvPr>
                <p:cNvSpPr txBox="1"/>
                <p:nvPr/>
              </p:nvSpPr>
              <p:spPr>
                <a:xfrm rot="16200000">
                  <a:off x="3655487" y="5013735"/>
                  <a:ext cx="226254" cy="9592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A04F90E-817F-42D1-BB07-F891EF4E3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655487" y="5013735"/>
                  <a:ext cx="226254" cy="9592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7F56A3A-2E40-C77B-F6FE-4B01FFC96696}"/>
                </a:ext>
              </a:extLst>
            </p:cNvPr>
            <p:cNvSpPr txBox="1"/>
            <p:nvPr/>
          </p:nvSpPr>
          <p:spPr>
            <a:xfrm>
              <a:off x="1018717" y="5602210"/>
              <a:ext cx="959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Registers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52D2CCB-869C-9516-A348-D716531A624F}"/>
                </a:ext>
              </a:extLst>
            </p:cNvPr>
            <p:cNvSpPr txBox="1"/>
            <p:nvPr/>
          </p:nvSpPr>
          <p:spPr>
            <a:xfrm>
              <a:off x="2083212" y="5606030"/>
              <a:ext cx="1100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Covariates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8731F73-3BAE-926A-0857-614D24530060}"/>
                </a:ext>
              </a:extLst>
            </p:cNvPr>
            <p:cNvSpPr txBox="1"/>
            <p:nvPr/>
          </p:nvSpPr>
          <p:spPr>
            <a:xfrm>
              <a:off x="3201044" y="5610751"/>
              <a:ext cx="11351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Interactions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F9C8602-3F25-BCD8-FC65-0EB0C15BF3D7}"/>
                  </a:ext>
                </a:extLst>
              </p:cNvPr>
              <p:cNvSpPr txBox="1"/>
              <p:nvPr/>
            </p:nvSpPr>
            <p:spPr>
              <a:xfrm>
                <a:off x="5101738" y="2713334"/>
                <a:ext cx="2390334" cy="642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F9C8602-3F25-BCD8-FC65-0EB0C15BF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38" y="2713334"/>
                <a:ext cx="2390334" cy="642420"/>
              </a:xfrm>
              <a:prstGeom prst="rect">
                <a:avLst/>
              </a:prstGeom>
              <a:blipFill>
                <a:blip r:embed="rId10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28EAAD31-E9B8-5A31-6BFA-F6D7603D07AC}"/>
              </a:ext>
            </a:extLst>
          </p:cNvPr>
          <p:cNvSpPr txBox="1"/>
          <p:nvPr/>
        </p:nvSpPr>
        <p:spPr>
          <a:xfrm>
            <a:off x="7732629" y="544875"/>
            <a:ext cx="3375022" cy="461665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[2] A. Agresti. An introduction to categorical data analysis. John Wiley &amp; Sons, 2nd edition, 2007.</a:t>
            </a:r>
            <a:endParaRPr lang="en-GB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ontent Placeholder 2">
                <a:extLst>
                  <a:ext uri="{FF2B5EF4-FFF2-40B4-BE49-F238E27FC236}">
                    <a16:creationId xmlns:a16="http://schemas.microsoft.com/office/drawing/2014/main" id="{6DDDE2E1-67C1-777E-CC5C-86898F347E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295086"/>
                <a:ext cx="10515600" cy="13390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800" dirty="0"/>
                  <a:t>Finite mixture model incorporates individual heterogeneity in the observation process for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endParaRPr lang="en-GB" sz="1800" dirty="0"/>
              </a:p>
              <a:p>
                <a:r>
                  <a:rPr lang="en-GB" sz="1800" dirty="0"/>
                  <a:t>Uncertain sightings (false positives) acknowledge that individuals observed on certain registers may not necessarily be present in the country, e.g. the family income register such that </a:t>
                </a:r>
                <a:r>
                  <a:rPr lang="en-GB" sz="1800" u="sng" dirty="0"/>
                  <a:t>when outside the country and we do not know</a:t>
                </a:r>
                <a:r>
                  <a:rPr lang="en-GB" sz="1800" dirty="0"/>
                  <a:t>:</a:t>
                </a:r>
              </a:p>
            </p:txBody>
          </p:sp>
        </mc:Choice>
        <mc:Fallback xmlns="">
          <p:sp>
            <p:nvSpPr>
              <p:cNvPr id="57" name="Content Placeholder 2">
                <a:extLst>
                  <a:ext uri="{FF2B5EF4-FFF2-40B4-BE49-F238E27FC236}">
                    <a16:creationId xmlns:a16="http://schemas.microsoft.com/office/drawing/2014/main" id="{6DDDE2E1-67C1-777E-CC5C-86898F347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95086"/>
                <a:ext cx="10515600" cy="1339009"/>
              </a:xfrm>
              <a:prstGeom prst="rect">
                <a:avLst/>
              </a:prstGeom>
              <a:blipFill>
                <a:blip r:embed="rId11"/>
                <a:stretch>
                  <a:fillRect l="-406" t="-45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247C57-79F5-C306-7098-DD934EEDE020}"/>
                  </a:ext>
                </a:extLst>
              </p:cNvPr>
              <p:cNvSpPr txBox="1"/>
              <p:nvPr/>
            </p:nvSpPr>
            <p:spPr>
              <a:xfrm>
                <a:off x="1616048" y="5699018"/>
                <a:ext cx="46808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P(observed on family income register only) =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247C57-79F5-C306-7098-DD934EEDE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048" y="5699018"/>
                <a:ext cx="4680857" cy="369332"/>
              </a:xfrm>
              <a:prstGeom prst="rect">
                <a:avLst/>
              </a:prstGeom>
              <a:blipFill>
                <a:blip r:embed="rId12"/>
                <a:stretch>
                  <a:fillRect l="-1042" t="-8333"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DBE751B-2A85-20A7-424D-FADCA4DB4DE5}"/>
                  </a:ext>
                </a:extLst>
              </p:cNvPr>
              <p:cNvSpPr txBox="1"/>
              <p:nvPr/>
            </p:nvSpPr>
            <p:spPr>
              <a:xfrm>
                <a:off x="6833660" y="5693531"/>
                <a:ext cx="46808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P(unobserved) =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DBE751B-2A85-20A7-424D-FADCA4DB4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660" y="5693531"/>
                <a:ext cx="4680857" cy="369332"/>
              </a:xfrm>
              <a:prstGeom prst="rect">
                <a:avLst/>
              </a:prstGeom>
              <a:blipFill>
                <a:blip r:embed="rId13"/>
                <a:stretch>
                  <a:fillRect l="-1042" t="-819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phic 1" descr="Badge 1 outline">
            <a:extLst>
              <a:ext uri="{FF2B5EF4-FFF2-40B4-BE49-F238E27FC236}">
                <a16:creationId xmlns:a16="http://schemas.microsoft.com/office/drawing/2014/main" id="{FB94BD7E-3FE5-7D51-0642-05B7E11D8B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25741" y="380182"/>
            <a:ext cx="757401" cy="7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3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F372-9FC6-5287-C031-7ED001C3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6CAB4F-EBD3-3579-73CE-A88FC4C0E409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37F10F-6176-0D18-F9F7-6FD3DD03BA90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96DE9A89-BEBA-8C81-B742-D2AA8628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6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16D1FD-C345-DFD0-BA61-7D1CBF1DF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9" y="483018"/>
            <a:ext cx="5837466" cy="3086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8F91AF-08C1-F8B0-F515-22B0DB120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38" y="3578508"/>
            <a:ext cx="6630697" cy="2945981"/>
          </a:xfrm>
          <a:prstGeom prst="rect">
            <a:avLst/>
          </a:prstGeom>
        </p:spPr>
      </p:pic>
      <p:pic>
        <p:nvPicPr>
          <p:cNvPr id="16" name="Picture 15" descr="A graph showing the growth of a number of individuals&#10;&#10;AI-generated content may be incorrect.">
            <a:extLst>
              <a:ext uri="{FF2B5EF4-FFF2-40B4-BE49-F238E27FC236}">
                <a16:creationId xmlns:a16="http://schemas.microsoft.com/office/drawing/2014/main" id="{941D652E-1FE3-FA7A-68D5-FDCC984CDF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935" y="733251"/>
            <a:ext cx="3086506" cy="2805915"/>
          </a:xfrm>
          <a:prstGeom prst="rect">
            <a:avLst/>
          </a:prstGeom>
        </p:spPr>
      </p:pic>
      <p:pic>
        <p:nvPicPr>
          <p:cNvPr id="2" name="Graphic 1" descr="Badge 1 outline">
            <a:extLst>
              <a:ext uri="{FF2B5EF4-FFF2-40B4-BE49-F238E27FC236}">
                <a16:creationId xmlns:a16="http://schemas.microsoft.com/office/drawing/2014/main" id="{DF1BB596-27B0-AE87-2371-DF9B22D107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25741" y="380182"/>
            <a:ext cx="757401" cy="757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474923-D95D-9B7D-C05A-3F4675A0ED82}"/>
              </a:ext>
            </a:extLst>
          </p:cNvPr>
          <p:cNvSpPr txBox="1"/>
          <p:nvPr/>
        </p:nvSpPr>
        <p:spPr>
          <a:xfrm>
            <a:off x="7782438" y="4340997"/>
            <a:ext cx="35433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Baseline:</a:t>
            </a:r>
          </a:p>
          <a:p>
            <a:r>
              <a:rPr lang="en-GB" sz="1600" dirty="0"/>
              <a:t>Survival:                  0.996 (0.995, 0.996)</a:t>
            </a:r>
          </a:p>
          <a:p>
            <a:r>
              <a:rPr lang="en-GB" sz="1600" dirty="0"/>
              <a:t>Emigration:            0.481  (0.475, 0.487)</a:t>
            </a:r>
          </a:p>
          <a:p>
            <a:r>
              <a:rPr lang="en-GB" sz="1600" dirty="0"/>
              <a:t>Re-immigration:  0.084  (0.082, 0.086)</a:t>
            </a:r>
          </a:p>
          <a:p>
            <a:r>
              <a:rPr lang="en-GB" sz="1600" dirty="0"/>
              <a:t>De-registration:   0.529  (0.522, 0.536)</a:t>
            </a:r>
          </a:p>
        </p:txBody>
      </p:sp>
    </p:spTree>
    <p:extLst>
      <p:ext uri="{BB962C8B-B14F-4D97-AF65-F5344CB8AC3E}">
        <p14:creationId xmlns:p14="http://schemas.microsoft.com/office/powerpoint/2010/main" val="324077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1501-842D-AA79-2143-F8397B23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6CEABC-1997-3FEF-6C75-412678915032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8DAC14-B9E4-DE8D-5852-FA131E14A174}"/>
              </a:ext>
            </a:extLst>
          </p:cNvPr>
          <p:cNvSpPr txBox="1">
            <a:spLocks/>
          </p:cNvSpPr>
          <p:nvPr/>
        </p:nvSpPr>
        <p:spPr>
          <a:xfrm>
            <a:off x="653142" y="645723"/>
            <a:ext cx="10885715" cy="2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Benefits: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Incredibly detailed results for each group of individuals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Able to follow individuals every year they are present during the study, determining which state they are in (using the Viterbi Algorithm)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Improvement on previous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9479F-465E-83EF-02FD-6C8EEB8AD03B}"/>
              </a:ext>
            </a:extLst>
          </p:cNvPr>
          <p:cNvSpPr/>
          <p:nvPr/>
        </p:nvSpPr>
        <p:spPr>
          <a:xfrm>
            <a:off x="-2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C9FF77E3-5339-C855-F97E-1B47E624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7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6A191F-7918-56A1-95F0-AF7ED43297E5}"/>
              </a:ext>
            </a:extLst>
          </p:cNvPr>
          <p:cNvSpPr txBox="1">
            <a:spLocks/>
          </p:cNvSpPr>
          <p:nvPr/>
        </p:nvSpPr>
        <p:spPr>
          <a:xfrm>
            <a:off x="653141" y="3267535"/>
            <a:ext cx="10885715" cy="2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Limitations: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We had near unlimited access to a high-performance computing cluster BIANCA at Uppsala University, allowing huge computational capacity and effectively perfect parallelisation. Realistically, access to similar resources is limited</a:t>
            </a:r>
          </a:p>
        </p:txBody>
      </p:sp>
      <p:pic>
        <p:nvPicPr>
          <p:cNvPr id="2" name="Graphic 1" descr="Badge 1 outline">
            <a:extLst>
              <a:ext uri="{FF2B5EF4-FFF2-40B4-BE49-F238E27FC236}">
                <a16:creationId xmlns:a16="http://schemas.microsoft.com/office/drawing/2014/main" id="{9C701840-A57E-01F9-8286-22EAD7F45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5741" y="380182"/>
            <a:ext cx="757401" cy="757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D0F766-DFB1-33C3-0B62-BB7441F76522}"/>
              </a:ext>
            </a:extLst>
          </p:cNvPr>
          <p:cNvSpPr txBox="1"/>
          <p:nvPr/>
        </p:nvSpPr>
        <p:spPr>
          <a:xfrm>
            <a:off x="5606143" y="5545731"/>
            <a:ext cx="5802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Propose a population-level model</a:t>
            </a:r>
          </a:p>
        </p:txBody>
      </p:sp>
      <p:pic>
        <p:nvPicPr>
          <p:cNvPr id="8" name="Graphic 7" descr="Caret Right outline">
            <a:extLst>
              <a:ext uri="{FF2B5EF4-FFF2-40B4-BE49-F238E27FC236}">
                <a16:creationId xmlns:a16="http://schemas.microsoft.com/office/drawing/2014/main" id="{C2A5ED9A-D2F4-0435-E161-8A1B22D55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0" y="5437173"/>
            <a:ext cx="729342" cy="7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72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13E5-D258-C863-F8C2-7D4ECC6C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EDBBD3-CC5E-3A4C-F775-DAB70D7393E5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C51FA-3D8F-E6D4-1B2D-10709BA8522D}"/>
              </a:ext>
            </a:extLst>
          </p:cNvPr>
          <p:cNvSpPr/>
          <p:nvPr/>
        </p:nvSpPr>
        <p:spPr>
          <a:xfrm>
            <a:off x="-2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40CCA8B2-0EFC-1B27-B52A-94D10B27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8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5" name="Graphic 4" descr="Badge outline">
            <a:extLst>
              <a:ext uri="{FF2B5EF4-FFF2-40B4-BE49-F238E27FC236}">
                <a16:creationId xmlns:a16="http://schemas.microsoft.com/office/drawing/2014/main" id="{805489E2-6607-4CB0-924C-5757C0568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5600" y="381600"/>
            <a:ext cx="757401" cy="75740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B88EFCE-E7ED-B7CD-F2EA-6B3ECBB4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Overview of Population-level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30DA7B-AD5E-996B-16BC-5BEB3F6178C2}"/>
                  </a:ext>
                </a:extLst>
              </p:cNvPr>
              <p:cNvSpPr txBox="1"/>
              <p:nvPr/>
            </p:nvSpPr>
            <p:spPr>
              <a:xfrm>
                <a:off x="2144486" y="3473067"/>
                <a:ext cx="685800" cy="584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30DA7B-AD5E-996B-16BC-5BEB3F617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486" y="3473067"/>
                <a:ext cx="6858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A29C88-80A0-9A45-B5A8-D079ED3D9BF1}"/>
                  </a:ext>
                </a:extLst>
              </p:cNvPr>
              <p:cNvSpPr txBox="1"/>
              <p:nvPr/>
            </p:nvSpPr>
            <p:spPr>
              <a:xfrm>
                <a:off x="5774871" y="3473067"/>
                <a:ext cx="685800" cy="584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A29C88-80A0-9A45-B5A8-D079ED3D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71" y="3473067"/>
                <a:ext cx="6858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9427D5-BD58-DE5D-C8ED-221E27065055}"/>
                  </a:ext>
                </a:extLst>
              </p:cNvPr>
              <p:cNvSpPr txBox="1"/>
              <p:nvPr/>
            </p:nvSpPr>
            <p:spPr>
              <a:xfrm>
                <a:off x="9405256" y="3473067"/>
                <a:ext cx="685800" cy="584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9427D5-BD58-DE5D-C8ED-221E27065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256" y="3473067"/>
                <a:ext cx="6858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Arrow Right outline">
            <a:extLst>
              <a:ext uri="{FF2B5EF4-FFF2-40B4-BE49-F238E27FC236}">
                <a16:creationId xmlns:a16="http://schemas.microsoft.com/office/drawing/2014/main" id="{D220FC68-2663-ABE6-003E-E27A3514A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1953" y="3347264"/>
            <a:ext cx="2381250" cy="849413"/>
          </a:xfrm>
          <a:prstGeom prst="rect">
            <a:avLst/>
          </a:prstGeom>
        </p:spPr>
      </p:pic>
      <p:pic>
        <p:nvPicPr>
          <p:cNvPr id="29" name="Graphic 28" descr="Arrow Right outline">
            <a:extLst>
              <a:ext uri="{FF2B5EF4-FFF2-40B4-BE49-F238E27FC236}">
                <a16:creationId xmlns:a16="http://schemas.microsoft.com/office/drawing/2014/main" id="{8C758111-3F55-C140-3B5F-4C64E3323D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2338" y="3347264"/>
            <a:ext cx="2381250" cy="849413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8D1764D3-5D0D-8B54-D26E-1EC47379FF01}"/>
              </a:ext>
            </a:extLst>
          </p:cNvPr>
          <p:cNvGrpSpPr/>
          <p:nvPr/>
        </p:nvGrpSpPr>
        <p:grpSpPr>
          <a:xfrm>
            <a:off x="1834243" y="1761644"/>
            <a:ext cx="1306286" cy="1559186"/>
            <a:chOff x="1834243" y="1761644"/>
            <a:chExt cx="1306286" cy="1559186"/>
          </a:xfrm>
        </p:grpSpPr>
        <p:pic>
          <p:nvPicPr>
            <p:cNvPr id="25" name="Graphic 24" descr="Arrow Right outline">
              <a:extLst>
                <a:ext uri="{FF2B5EF4-FFF2-40B4-BE49-F238E27FC236}">
                  <a16:creationId xmlns:a16="http://schemas.microsoft.com/office/drawing/2014/main" id="{D3B0A757-4D65-E9DB-574E-85E691CE0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2049389" y="2539933"/>
              <a:ext cx="875994" cy="6858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439578-B82F-C5A5-E39A-1FD786CF9220}"/>
                </a:ext>
              </a:extLst>
            </p:cNvPr>
            <p:cNvSpPr txBox="1"/>
            <p:nvPr/>
          </p:nvSpPr>
          <p:spPr>
            <a:xfrm>
              <a:off x="1834243" y="1761644"/>
              <a:ext cx="13062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accent5">
                      <a:lumMod val="75000"/>
                    </a:schemeClr>
                  </a:solidFill>
                </a:rPr>
                <a:t>new arrivals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06A7645-A208-E753-0FBD-A3A64BAA0EC5}"/>
              </a:ext>
            </a:extLst>
          </p:cNvPr>
          <p:cNvGrpSpPr/>
          <p:nvPr/>
        </p:nvGrpSpPr>
        <p:grpSpPr>
          <a:xfrm>
            <a:off x="4840060" y="1978946"/>
            <a:ext cx="1620611" cy="1361801"/>
            <a:chOff x="4840060" y="1978946"/>
            <a:chExt cx="1620611" cy="1361801"/>
          </a:xfrm>
        </p:grpSpPr>
        <p:pic>
          <p:nvPicPr>
            <p:cNvPr id="26" name="Graphic 25" descr="Arrow Right outline">
              <a:extLst>
                <a:ext uri="{FF2B5EF4-FFF2-40B4-BE49-F238E27FC236}">
                  <a16:creationId xmlns:a16="http://schemas.microsoft.com/office/drawing/2014/main" id="{F639C9F3-FFA9-3620-912C-FBA0D66C9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5679774" y="2559850"/>
              <a:ext cx="875994" cy="6858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F674EE2-6D5A-857B-671D-5EBF8FD5325C}"/>
                </a:ext>
              </a:extLst>
            </p:cNvPr>
            <p:cNvSpPr txBox="1"/>
            <p:nvPr/>
          </p:nvSpPr>
          <p:spPr>
            <a:xfrm>
              <a:off x="4840060" y="1978946"/>
              <a:ext cx="13062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accent5">
                      <a:lumMod val="75000"/>
                    </a:schemeClr>
                  </a:solidFill>
                </a:rPr>
                <a:t>new arrivals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4372EB-C00D-7E88-E341-3111165E4545}"/>
              </a:ext>
            </a:extLst>
          </p:cNvPr>
          <p:cNvGrpSpPr/>
          <p:nvPr/>
        </p:nvGrpSpPr>
        <p:grpSpPr>
          <a:xfrm>
            <a:off x="9405256" y="2078236"/>
            <a:ext cx="1540381" cy="1242594"/>
            <a:chOff x="9405256" y="2078236"/>
            <a:chExt cx="1540381" cy="1242594"/>
          </a:xfrm>
        </p:grpSpPr>
        <p:pic>
          <p:nvPicPr>
            <p:cNvPr id="27" name="Graphic 26" descr="Arrow Right outline">
              <a:extLst>
                <a:ext uri="{FF2B5EF4-FFF2-40B4-BE49-F238E27FC236}">
                  <a16:creationId xmlns:a16="http://schemas.microsoft.com/office/drawing/2014/main" id="{2103B3C2-D30F-6B37-24D1-0E2F381A1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9310159" y="2539933"/>
              <a:ext cx="875994" cy="6858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99BE9D-7241-FC85-DC59-E691254195C2}"/>
                </a:ext>
              </a:extLst>
            </p:cNvPr>
            <p:cNvSpPr txBox="1"/>
            <p:nvPr/>
          </p:nvSpPr>
          <p:spPr>
            <a:xfrm>
              <a:off x="9639351" y="2078236"/>
              <a:ext cx="13062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accent5">
                      <a:lumMod val="75000"/>
                    </a:schemeClr>
                  </a:solidFill>
                </a:rPr>
                <a:t>new arrivals</a:t>
              </a:r>
            </a:p>
          </p:txBody>
        </p:sp>
      </p:grpSp>
      <p:pic>
        <p:nvPicPr>
          <p:cNvPr id="33" name="Graphic 32" descr="Arrow Right outline">
            <a:extLst>
              <a:ext uri="{FF2B5EF4-FFF2-40B4-BE49-F238E27FC236}">
                <a16:creationId xmlns:a16="http://schemas.microsoft.com/office/drawing/2014/main" id="{39CC83E9-7EA5-6C4F-3486-CEC915C13D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3292729" y="4541684"/>
            <a:ext cx="1720768" cy="685800"/>
          </a:xfrm>
          <a:prstGeom prst="rect">
            <a:avLst/>
          </a:prstGeom>
        </p:spPr>
      </p:pic>
      <p:pic>
        <p:nvPicPr>
          <p:cNvPr id="34" name="Graphic 33" descr="Arrow Right outline">
            <a:extLst>
              <a:ext uri="{FF2B5EF4-FFF2-40B4-BE49-F238E27FC236}">
                <a16:creationId xmlns:a16="http://schemas.microsoft.com/office/drawing/2014/main" id="{0C45D838-0C52-A4C2-E5BB-C1143D2C46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3300000">
            <a:off x="3984642" y="4304448"/>
            <a:ext cx="1298234" cy="685800"/>
          </a:xfrm>
          <a:prstGeom prst="rect">
            <a:avLst/>
          </a:prstGeom>
        </p:spPr>
      </p:pic>
      <p:pic>
        <p:nvPicPr>
          <p:cNvPr id="35" name="Graphic 34" descr="Arrow Right outline">
            <a:extLst>
              <a:ext uri="{FF2B5EF4-FFF2-40B4-BE49-F238E27FC236}">
                <a16:creationId xmlns:a16="http://schemas.microsoft.com/office/drawing/2014/main" id="{D2D1BAB6-CF1A-EE0B-1EDD-2D0461F93B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500000">
            <a:off x="3023349" y="4305241"/>
            <a:ext cx="1298234" cy="6858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AFED074-A5C6-7D60-5991-22FD6E4A4A61}"/>
              </a:ext>
            </a:extLst>
          </p:cNvPr>
          <p:cNvSpPr txBox="1"/>
          <p:nvPr/>
        </p:nvSpPr>
        <p:spPr>
          <a:xfrm>
            <a:off x="3499970" y="5744968"/>
            <a:ext cx="1306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death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9DD7BC-D92B-849F-081D-306F3E0D693B}"/>
              </a:ext>
            </a:extLst>
          </p:cNvPr>
          <p:cNvSpPr txBox="1"/>
          <p:nvPr/>
        </p:nvSpPr>
        <p:spPr>
          <a:xfrm>
            <a:off x="2214497" y="5052280"/>
            <a:ext cx="1476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known emigration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6324B4-313E-ECD7-554D-49B622CCB5B6}"/>
              </a:ext>
            </a:extLst>
          </p:cNvPr>
          <p:cNvSpPr txBox="1"/>
          <p:nvPr/>
        </p:nvSpPr>
        <p:spPr>
          <a:xfrm>
            <a:off x="4594160" y="5070592"/>
            <a:ext cx="1476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unknown emigration</a:t>
            </a:r>
          </a:p>
        </p:txBody>
      </p:sp>
      <p:pic>
        <p:nvPicPr>
          <p:cNvPr id="48" name="Graphic 47" descr="Arrow Right outline">
            <a:extLst>
              <a:ext uri="{FF2B5EF4-FFF2-40B4-BE49-F238E27FC236}">
                <a16:creationId xmlns:a16="http://schemas.microsoft.com/office/drawing/2014/main" id="{85EEE114-051C-E240-059F-6FBE16BBD6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7199444" y="4541684"/>
            <a:ext cx="1720768" cy="685800"/>
          </a:xfrm>
          <a:prstGeom prst="rect">
            <a:avLst/>
          </a:prstGeom>
        </p:spPr>
      </p:pic>
      <p:pic>
        <p:nvPicPr>
          <p:cNvPr id="50" name="Graphic 49" descr="Arrow Right outline">
            <a:extLst>
              <a:ext uri="{FF2B5EF4-FFF2-40B4-BE49-F238E27FC236}">
                <a16:creationId xmlns:a16="http://schemas.microsoft.com/office/drawing/2014/main" id="{833E5790-0B51-1677-EB0C-568156DF43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3300000">
            <a:off x="7891357" y="4304448"/>
            <a:ext cx="1298234" cy="685800"/>
          </a:xfrm>
          <a:prstGeom prst="rect">
            <a:avLst/>
          </a:prstGeom>
        </p:spPr>
      </p:pic>
      <p:pic>
        <p:nvPicPr>
          <p:cNvPr id="51" name="Graphic 50" descr="Arrow Right outline">
            <a:extLst>
              <a:ext uri="{FF2B5EF4-FFF2-40B4-BE49-F238E27FC236}">
                <a16:creationId xmlns:a16="http://schemas.microsoft.com/office/drawing/2014/main" id="{F112DFE4-8C0A-962A-5E7C-8902790A80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500000">
            <a:off x="6930064" y="4305241"/>
            <a:ext cx="1298234" cy="6858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2D6D258-2F54-DEDE-1774-4D343210FBA7}"/>
              </a:ext>
            </a:extLst>
          </p:cNvPr>
          <p:cNvSpPr txBox="1"/>
          <p:nvPr/>
        </p:nvSpPr>
        <p:spPr>
          <a:xfrm>
            <a:off x="7406685" y="5744968"/>
            <a:ext cx="1306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death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7306EE-281B-5508-95F6-93AA7E12B4E6}"/>
              </a:ext>
            </a:extLst>
          </p:cNvPr>
          <p:cNvSpPr txBox="1"/>
          <p:nvPr/>
        </p:nvSpPr>
        <p:spPr>
          <a:xfrm>
            <a:off x="6121212" y="5052280"/>
            <a:ext cx="1476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known emigration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8C9A04-F806-0BBF-5A7D-F19DEF53F0ED}"/>
              </a:ext>
            </a:extLst>
          </p:cNvPr>
          <p:cNvSpPr txBox="1"/>
          <p:nvPr/>
        </p:nvSpPr>
        <p:spPr>
          <a:xfrm>
            <a:off x="8500875" y="5070592"/>
            <a:ext cx="1476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unknown emigration</a:t>
            </a:r>
          </a:p>
        </p:txBody>
      </p:sp>
      <p:pic>
        <p:nvPicPr>
          <p:cNvPr id="60" name="Graphic 59" descr="Arrow Right outline">
            <a:extLst>
              <a:ext uri="{FF2B5EF4-FFF2-40B4-BE49-F238E27FC236}">
                <a16:creationId xmlns:a16="http://schemas.microsoft.com/office/drawing/2014/main" id="{687947FC-B923-6FAA-698D-87B5AF693A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600000">
            <a:off x="7690911" y="2552754"/>
            <a:ext cx="1298234" cy="685800"/>
          </a:xfrm>
          <a:prstGeom prst="rect">
            <a:avLst/>
          </a:prstGeom>
        </p:spPr>
      </p:pic>
      <p:pic>
        <p:nvPicPr>
          <p:cNvPr id="61" name="Graphic 60" descr="Arrow Right outline">
            <a:extLst>
              <a:ext uri="{FF2B5EF4-FFF2-40B4-BE49-F238E27FC236}">
                <a16:creationId xmlns:a16="http://schemas.microsoft.com/office/drawing/2014/main" id="{5DD3AC9E-8BE0-6C10-C0FC-306930E4BC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200000">
            <a:off x="7159584" y="2562530"/>
            <a:ext cx="1298234" cy="6858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4379D69-0C09-16CB-C44A-81FD56C25B9A}"/>
              </a:ext>
            </a:extLst>
          </p:cNvPr>
          <p:cNvSpPr txBox="1"/>
          <p:nvPr/>
        </p:nvSpPr>
        <p:spPr>
          <a:xfrm>
            <a:off x="8156120" y="1651759"/>
            <a:ext cx="1657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unknown immigration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CE4646-85B6-4CC6-662B-982CA55D47ED}"/>
              </a:ext>
            </a:extLst>
          </p:cNvPr>
          <p:cNvSpPr txBox="1"/>
          <p:nvPr/>
        </p:nvSpPr>
        <p:spPr>
          <a:xfrm>
            <a:off x="6230243" y="1651759"/>
            <a:ext cx="1657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known immigration</a:t>
            </a:r>
          </a:p>
        </p:txBody>
      </p:sp>
    </p:spTree>
    <p:extLst>
      <p:ext uri="{BB962C8B-B14F-4D97-AF65-F5344CB8AC3E}">
        <p14:creationId xmlns:p14="http://schemas.microsoft.com/office/powerpoint/2010/main" val="385249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6" grpId="0"/>
      <p:bldP spid="52" grpId="0"/>
      <p:bldP spid="53" grpId="0"/>
      <p:bldP spid="54" grpId="0"/>
      <p:bldP spid="62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851D2-42CF-DF2E-CA52-AAE2DA25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E77552-1996-D24D-B197-4DD8585673CA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35343B-827B-0872-6488-05F5F07D7E15}"/>
              </a:ext>
            </a:extLst>
          </p:cNvPr>
          <p:cNvSpPr/>
          <p:nvPr/>
        </p:nvSpPr>
        <p:spPr>
          <a:xfrm>
            <a:off x="-2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5A794C8-12B4-69FC-C2B6-04919448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9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5" name="Graphic 4" descr="Badge outline">
            <a:extLst>
              <a:ext uri="{FF2B5EF4-FFF2-40B4-BE49-F238E27FC236}">
                <a16:creationId xmlns:a16="http://schemas.microsoft.com/office/drawing/2014/main" id="{B845ECB3-7908-57EA-17B3-576F8C0B5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5600" y="381600"/>
            <a:ext cx="757401" cy="7574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08E550-AC61-5D28-1AE5-027A2AD88D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GB" dirty="0"/>
                  <a:t>Latent Class Model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[3]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08E550-AC61-5D28-1AE5-027A2AD88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4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F540213-D745-E403-C00C-EC7975530CBA}"/>
              </a:ext>
            </a:extLst>
          </p:cNvPr>
          <p:cNvSpPr txBox="1"/>
          <p:nvPr/>
        </p:nvSpPr>
        <p:spPr>
          <a:xfrm>
            <a:off x="7400174" y="488351"/>
            <a:ext cx="3792451" cy="830997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GB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Mariano Porcu and Francesca Giambona. Introduction to latent class analysis with applications. The Journal of Early Adolescence, 37(1):129–158, 2017.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doi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10.1177/0272431616648452.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EDD08A-9F5E-BD99-C969-EEC201802154}"/>
                  </a:ext>
                </a:extLst>
              </p:cNvPr>
              <p:cNvSpPr txBox="1"/>
              <p:nvPr/>
            </p:nvSpPr>
            <p:spPr>
              <a:xfrm>
                <a:off x="3168209" y="3631901"/>
                <a:ext cx="5855577" cy="1082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nary>
                            <m:naryPr>
                              <m:chr m:val="∏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EDD08A-9F5E-BD99-C969-EEC201802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209" y="3631901"/>
                <a:ext cx="5855577" cy="108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07C66A-8FAD-FD09-D710-47FC0A9B0EE6}"/>
                  </a:ext>
                </a:extLst>
              </p:cNvPr>
              <p:cNvSpPr txBox="1"/>
              <p:nvPr/>
            </p:nvSpPr>
            <p:spPr>
              <a:xfrm>
                <a:off x="428552" y="1727274"/>
                <a:ext cx="11334892" cy="1812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GB" sz="2200" b="0" i="0" u="none" strike="noStrike" baseline="0" dirty="0"/>
                  <a:t>By design assume that multiple latent subpopulations (G) exist with differing observation probabilities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Accounts for individual heterogeneity, like FMMs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b="0" i="0" u="none" strike="noStrike" baseline="0" dirty="0"/>
                  <a:t>Individual response patterns (register observation combinations)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u="none" strike="noStrike" baseline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200" b="0" i="1" u="none" strike="noStrike" baseline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200" b="0" i="0" u="none" strike="noStrike" baseline="0" dirty="0"/>
                  <a:t> for K registers are expressed as a mixture over G latent classes, with class specific</a:t>
                </a:r>
                <a:r>
                  <a:rPr lang="en-GB" sz="2200" b="0" i="0" u="none" strike="noStrike" dirty="0"/>
                  <a:t> mixing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u="none" strike="no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u="none" strike="noStrike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2200" b="0" i="1" u="none" strike="noStrike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GB" sz="2200" b="0" i="0" u="none" strike="noStrike" baseline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07C66A-8FAD-FD09-D710-47FC0A9B0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2" y="1727274"/>
                <a:ext cx="11334892" cy="1812612"/>
              </a:xfrm>
              <a:prstGeom prst="rect">
                <a:avLst/>
              </a:prstGeom>
              <a:blipFill>
                <a:blip r:embed="rId6"/>
                <a:stretch>
                  <a:fillRect l="-591" t="-2013" b="-50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2454D0-005D-C57E-23D7-9DE32166EA52}"/>
                  </a:ext>
                </a:extLst>
              </p:cNvPr>
              <p:cNvSpPr txBox="1"/>
              <p:nvPr/>
            </p:nvSpPr>
            <p:spPr>
              <a:xfrm>
                <a:off x="428552" y="4949558"/>
                <a:ext cx="1133489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Class specific response probabilities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are specified using the same multicategory logit model as before, allowing incorporation of individual covariates and/or interactions</a:t>
                </a:r>
                <a:endParaRPr lang="en-GB" sz="2200" b="0" i="0" u="none" strike="noStrike" baseline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2454D0-005D-C57E-23D7-9DE32166E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2" y="4949558"/>
                <a:ext cx="11334892" cy="1107996"/>
              </a:xfrm>
              <a:prstGeom prst="rect">
                <a:avLst/>
              </a:prstGeom>
              <a:blipFill>
                <a:blip r:embed="rId7"/>
                <a:stretch>
                  <a:fillRect l="-591" t="-3297" b="-98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08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66E2-5ABE-9B4F-ED75-206D44A7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466632-FB3A-5D3E-85F3-79DEE0B3FA15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471E50-9E9B-FADF-6895-399A7FA498CE}"/>
              </a:ext>
            </a:extLst>
          </p:cNvPr>
          <p:cNvSpPr/>
          <p:nvPr/>
        </p:nvSpPr>
        <p:spPr>
          <a:xfrm>
            <a:off x="-2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DE79DA47-F453-2CE1-2F5A-5FB716A7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10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5" name="Graphic 4" descr="Badge outline">
            <a:extLst>
              <a:ext uri="{FF2B5EF4-FFF2-40B4-BE49-F238E27FC236}">
                <a16:creationId xmlns:a16="http://schemas.microsoft.com/office/drawing/2014/main" id="{6C47E0E7-512F-495A-1A6A-AE0719C36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5600" y="381600"/>
            <a:ext cx="757401" cy="7574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A1735F-919C-E7D1-7551-8526F02816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GB" dirty="0"/>
                  <a:t>Matrix Population Model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A1735F-919C-E7D1-7551-8526F0281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4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49919FF-6B78-0027-0458-2C991708E6A4}"/>
              </a:ext>
            </a:extLst>
          </p:cNvPr>
          <p:cNvSpPr txBox="1"/>
          <p:nvPr/>
        </p:nvSpPr>
        <p:spPr>
          <a:xfrm>
            <a:off x="7336971" y="445189"/>
            <a:ext cx="3918857" cy="64633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[4] Hal Caswell. Matrix population models: construction, analysis, and interpretation. Sinauer Associates, Inc, 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2nd</a:t>
            </a:r>
            <a:r>
              <a:rPr lang="en-GB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edition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2001.</a:t>
            </a:r>
            <a:endParaRPr lang="en-GB" sz="1200" b="0" i="0" u="none" strike="noStrike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CEE4D-6D96-7088-D0B9-F9ACBAE40CFD}"/>
              </a:ext>
            </a:extLst>
          </p:cNvPr>
          <p:cNvSpPr txBox="1"/>
          <p:nvPr/>
        </p:nvSpPr>
        <p:spPr>
          <a:xfrm>
            <a:off x="428552" y="1727274"/>
            <a:ext cx="113348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/>
              <a:t>A class of population models that utilise matrix algebra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/>
              <a:t>Applications in estimation and projection of populations in both ecology and demography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/>
              <a:t>Similar to HMM formulation of CR, but on a population-level with counts in each state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01875E-7CA8-81FE-2355-C3DD196998EB}"/>
              </a:ext>
            </a:extLst>
          </p:cNvPr>
          <p:cNvSpPr/>
          <p:nvPr/>
        </p:nvSpPr>
        <p:spPr>
          <a:xfrm>
            <a:off x="838200" y="4011131"/>
            <a:ext cx="740228" cy="6640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E16BAD-2B06-FB13-CF21-9A92EF41323A}"/>
              </a:ext>
            </a:extLst>
          </p:cNvPr>
          <p:cNvSpPr/>
          <p:nvPr/>
        </p:nvSpPr>
        <p:spPr>
          <a:xfrm>
            <a:off x="3951514" y="4022272"/>
            <a:ext cx="740228" cy="6640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963436-4838-F180-7244-E7B92D128AD3}"/>
              </a:ext>
            </a:extLst>
          </p:cNvPr>
          <p:cNvCxnSpPr>
            <a:cxnSpLocks/>
          </p:cNvCxnSpPr>
          <p:nvPr/>
        </p:nvCxnSpPr>
        <p:spPr>
          <a:xfrm flipV="1">
            <a:off x="1687286" y="4343145"/>
            <a:ext cx="625928" cy="111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3DE499-3E16-ADE5-98F4-E82E9B17CEC3}"/>
              </a:ext>
            </a:extLst>
          </p:cNvPr>
          <p:cNvCxnSpPr>
            <a:cxnSpLocks/>
          </p:cNvCxnSpPr>
          <p:nvPr/>
        </p:nvCxnSpPr>
        <p:spPr>
          <a:xfrm flipV="1">
            <a:off x="3230335" y="4354286"/>
            <a:ext cx="625928" cy="111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BAC60D23-A559-26E0-2F34-35B3360C98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993899" y="3250293"/>
            <a:ext cx="12700" cy="1556657"/>
          </a:xfrm>
          <a:prstGeom prst="curvedConnector3">
            <a:avLst>
              <a:gd name="adj1" fmla="val 334285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737D39B3-7FF1-F1A5-D01C-B787999CCB43}"/>
              </a:ext>
            </a:extLst>
          </p:cNvPr>
          <p:cNvCxnSpPr>
            <a:cxnSpLocks/>
            <a:stCxn id="9" idx="0"/>
            <a:endCxn id="7" idx="0"/>
          </p:cNvCxnSpPr>
          <p:nvPr/>
        </p:nvCxnSpPr>
        <p:spPr>
          <a:xfrm rot="16200000" flipV="1">
            <a:off x="2759401" y="2460045"/>
            <a:ext cx="11141" cy="3113314"/>
          </a:xfrm>
          <a:prstGeom prst="curvedConnector3">
            <a:avLst>
              <a:gd name="adj1" fmla="val 791669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1BADE8A-483C-9BF3-C41B-04800DC9ED94}"/>
              </a:ext>
            </a:extLst>
          </p:cNvPr>
          <p:cNvSpPr/>
          <p:nvPr/>
        </p:nvSpPr>
        <p:spPr>
          <a:xfrm>
            <a:off x="2394857" y="4011131"/>
            <a:ext cx="740228" cy="6640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24EF59C-955C-9D3A-9255-965585347552}"/>
                  </a:ext>
                </a:extLst>
              </p:cNvPr>
              <p:cNvSpPr txBox="1"/>
              <p:nvPr/>
            </p:nvSpPr>
            <p:spPr>
              <a:xfrm>
                <a:off x="1755321" y="4403068"/>
                <a:ext cx="462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24EF59C-955C-9D3A-9255-965585347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321" y="4403068"/>
                <a:ext cx="462643" cy="461665"/>
              </a:xfrm>
              <a:prstGeom prst="rect">
                <a:avLst/>
              </a:prstGeom>
              <a:blipFill>
                <a:blip r:embed="rId5"/>
                <a:stretch>
                  <a:fillRect l="-3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D5725CF-DA1E-33CC-339D-897ACC95CC9E}"/>
                  </a:ext>
                </a:extLst>
              </p:cNvPr>
              <p:cNvSpPr txBox="1"/>
              <p:nvPr/>
            </p:nvSpPr>
            <p:spPr>
              <a:xfrm>
                <a:off x="3331028" y="4444327"/>
                <a:ext cx="462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D5725CF-DA1E-33CC-339D-897ACC95C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028" y="4444327"/>
                <a:ext cx="462643" cy="461665"/>
              </a:xfrm>
              <a:prstGeom prst="rect">
                <a:avLst/>
              </a:prstGeom>
              <a:blipFill>
                <a:blip r:embed="rId6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8B9854D-8A05-8DEB-7816-1CB284EE07F3}"/>
                  </a:ext>
                </a:extLst>
              </p:cNvPr>
              <p:cNvSpPr txBox="1"/>
              <p:nvPr/>
            </p:nvSpPr>
            <p:spPr>
              <a:xfrm>
                <a:off x="2533649" y="3358245"/>
                <a:ext cx="462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8B9854D-8A05-8DEB-7816-1CB284EE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49" y="3358245"/>
                <a:ext cx="462643" cy="461665"/>
              </a:xfrm>
              <a:prstGeom prst="rect">
                <a:avLst/>
              </a:prstGeom>
              <a:blipFill>
                <a:blip r:embed="rId7"/>
                <a:stretch>
                  <a:fillRect l="-3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7ED136-7256-AFE7-4698-48EE1DE77D8B}"/>
                  </a:ext>
                </a:extLst>
              </p:cNvPr>
              <p:cNvSpPr txBox="1"/>
              <p:nvPr/>
            </p:nvSpPr>
            <p:spPr>
              <a:xfrm>
                <a:off x="3916134" y="2967105"/>
                <a:ext cx="462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7ED136-7256-AFE7-4698-48EE1DE77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134" y="2967105"/>
                <a:ext cx="462643" cy="461665"/>
              </a:xfrm>
              <a:prstGeom prst="rect">
                <a:avLst/>
              </a:prstGeom>
              <a:blipFill>
                <a:blip r:embed="rId8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5AA484-4AB0-0800-04CE-746A1B7A9FEC}"/>
                  </a:ext>
                </a:extLst>
              </p:cNvPr>
              <p:cNvSpPr txBox="1"/>
              <p:nvPr/>
            </p:nvSpPr>
            <p:spPr>
              <a:xfrm>
                <a:off x="6898370" y="3146241"/>
                <a:ext cx="2398029" cy="384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ba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ba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5AA484-4AB0-0800-04CE-746A1B7A9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70" y="3146241"/>
                <a:ext cx="2398029" cy="384336"/>
              </a:xfrm>
              <a:prstGeom prst="rect">
                <a:avLst/>
              </a:prstGeom>
              <a:blipFill>
                <a:blip r:embed="rId9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4F5A95E-D4F1-21F7-3D7E-273C71B2B514}"/>
                  </a:ext>
                </a:extLst>
              </p:cNvPr>
              <p:cNvSpPr txBox="1"/>
              <p:nvPr/>
            </p:nvSpPr>
            <p:spPr>
              <a:xfrm>
                <a:off x="5704116" y="3758946"/>
                <a:ext cx="5467352" cy="1168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200" i="1" dirty="0"/>
                  <a:t>P</a:t>
                </a:r>
                <a:r>
                  <a:rPr lang="en-GB" sz="2200" b="0" i="1" dirty="0"/>
                  <a:t>rojection </a:t>
                </a:r>
                <a:r>
                  <a:rPr lang="en-GB" sz="2200" i="1" dirty="0"/>
                  <a:t>M</a:t>
                </a:r>
                <a:r>
                  <a:rPr lang="en-GB" sz="2200" b="0" i="1" dirty="0"/>
                  <a:t>atrix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4F5A95E-D4F1-21F7-3D7E-273C71B2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16" y="3758946"/>
                <a:ext cx="5467352" cy="1168397"/>
              </a:xfrm>
              <a:prstGeom prst="rect">
                <a:avLst/>
              </a:prstGeom>
              <a:blipFill>
                <a:blip r:embed="rId10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0F5CC865-F986-6B60-FD8B-F2A3C993B93B}"/>
              </a:ext>
            </a:extLst>
          </p:cNvPr>
          <p:cNvSpPr txBox="1"/>
          <p:nvPr/>
        </p:nvSpPr>
        <p:spPr>
          <a:xfrm>
            <a:off x="428552" y="5099029"/>
            <a:ext cx="113348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/>
              <a:t>Counts in each stage (geographical location and/or covariate stage) are observed, allowing transition probabilities to be estimated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/>
              <a:t>Covariate combinations are considered separately and transition between stages allowed</a:t>
            </a:r>
          </a:p>
        </p:txBody>
      </p:sp>
    </p:spTree>
    <p:extLst>
      <p:ext uri="{BB962C8B-B14F-4D97-AF65-F5344CB8AC3E}">
        <p14:creationId xmlns:p14="http://schemas.microsoft.com/office/powerpoint/2010/main" val="343863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08E1-4086-CA14-7085-149EF422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7F146-50BC-F523-FBD9-F12538DEBED3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F82598-BD17-774A-2108-8ED0BD8E2A8D}"/>
              </a:ext>
            </a:extLst>
          </p:cNvPr>
          <p:cNvSpPr/>
          <p:nvPr/>
        </p:nvSpPr>
        <p:spPr>
          <a:xfrm>
            <a:off x="-2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74AF5878-DA77-4D39-4E62-406DAD7A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11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5" name="Graphic 4" descr="Badge outline">
            <a:extLst>
              <a:ext uri="{FF2B5EF4-FFF2-40B4-BE49-F238E27FC236}">
                <a16:creationId xmlns:a16="http://schemas.microsoft.com/office/drawing/2014/main" id="{3746F770-AB08-CA4A-59C4-F20ABA058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5600" y="381600"/>
            <a:ext cx="757401" cy="757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22BD1F-B5C0-E6A3-400A-4EC79FE2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Current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64037-7AD8-B7F3-7E4E-2854A289A8E2}"/>
              </a:ext>
            </a:extLst>
          </p:cNvPr>
          <p:cNvSpPr txBox="1"/>
          <p:nvPr/>
        </p:nvSpPr>
        <p:spPr>
          <a:xfrm>
            <a:off x="428552" y="1727274"/>
            <a:ext cx="1133489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Currently can fit LCM to each year then plug estimates into the MPM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/>
              <a:t>LCM: fitted to each covariate group separately, estimates population size, allowing an </a:t>
            </a:r>
            <a:r>
              <a:rPr lang="en-GB" sz="2200" dirty="0">
                <a:solidFill>
                  <a:schemeClr val="accent4">
                    <a:lumMod val="75000"/>
                  </a:schemeClr>
                </a:solidFill>
              </a:rPr>
              <a:t>estimate of the number of overcovered individuals each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/>
              <a:t>MPM: fitted to all years to estimate life event probabilities (survival, emigration, re-immigration and de-registration) for each covariate group, using states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sz="2200" dirty="0"/>
              <a:t>Present in the country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sz="2200" dirty="0"/>
              <a:t>Dead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sz="2200" dirty="0"/>
              <a:t>Outside the country and de-registered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sz="2200" dirty="0">
                <a:solidFill>
                  <a:schemeClr val="accent4">
                    <a:lumMod val="75000"/>
                  </a:schemeClr>
                </a:solidFill>
              </a:rPr>
              <a:t>Overcovered (outside country but didn’t de-register)</a:t>
            </a:r>
          </a:p>
          <a:p>
            <a:pPr lvl="2"/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u="sng" dirty="0"/>
              <a:t>Goal:</a:t>
            </a:r>
            <a:r>
              <a:rPr lang="en-GB" sz="2200" dirty="0"/>
              <a:t> combine models and optimise jointly</a:t>
            </a:r>
          </a:p>
        </p:txBody>
      </p:sp>
    </p:spTree>
    <p:extLst>
      <p:ext uri="{BB962C8B-B14F-4D97-AF65-F5344CB8AC3E}">
        <p14:creationId xmlns:p14="http://schemas.microsoft.com/office/powerpoint/2010/main" val="3233924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C13F-6161-4007-5E78-0E0504B4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032" y="1548693"/>
            <a:ext cx="9161236" cy="1133475"/>
          </a:xfrm>
        </p:spPr>
        <p:txBody>
          <a:bodyPr/>
          <a:lstStyle/>
          <a:p>
            <a:pPr algn="ctr"/>
            <a:r>
              <a:rPr lang="en-GB" dirty="0"/>
              <a:t>Thank you for your attention!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86F-B063-6CC1-E230-F42D70494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7710" y="3149121"/>
            <a:ext cx="4556579" cy="624794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Email: lyb3@kent.ac.uk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DE4A5B-1EB6-71AB-AEF2-E42645D684E4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7C05F5-546F-D5D6-D6A5-3D64A55E983F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C5186CF-AF96-0281-CC3C-9A53B197F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0054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F66F3-013D-7326-B7C7-8A8E6A09F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715" y="4751616"/>
            <a:ext cx="2535989" cy="124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C50B0684-24B2-4352-AE9F-187B3B35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12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8" name="Picture 4" descr="ICT usage in households - SSB">
            <a:extLst>
              <a:ext uri="{FF2B5EF4-FFF2-40B4-BE49-F238E27FC236}">
                <a16:creationId xmlns:a16="http://schemas.microsoft.com/office/drawing/2014/main" id="{6893DA8A-9B1F-564D-81A9-E5B29F5191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1" t="26815" r="6766" b="29308"/>
          <a:stretch>
            <a:fillRect/>
          </a:stretch>
        </p:blipFill>
        <p:spPr bwMode="auto">
          <a:xfrm>
            <a:off x="8436429" y="5011263"/>
            <a:ext cx="3472542" cy="92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tockholms Universitet, Stockholm, Sweden – EBI Europe">
            <a:extLst>
              <a:ext uri="{FF2B5EF4-FFF2-40B4-BE49-F238E27FC236}">
                <a16:creationId xmlns:a16="http://schemas.microsoft.com/office/drawing/2014/main" id="{21B5943A-AD94-088F-2044-7952480BC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568" y="4900631"/>
            <a:ext cx="3116997" cy="114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674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AEAD-F69E-0FAA-F5A7-AA36CFFE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BB4C6-D0B7-863D-006C-9454EB48B692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78063B-9EAB-FB49-4239-B64233C23950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6D874BA2-009D-E8DE-BE4E-C67A659B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13</a:t>
            </a:fld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7" name="Graphic 6" descr="Badge outline">
            <a:extLst>
              <a:ext uri="{FF2B5EF4-FFF2-40B4-BE49-F238E27FC236}">
                <a16:creationId xmlns:a16="http://schemas.microsoft.com/office/drawing/2014/main" id="{2CCCB7FD-FAF8-CD31-9102-0125B3DCA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5600" y="381600"/>
            <a:ext cx="757401" cy="7574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E0B3C5-44B9-B009-67B2-222A0F62DD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9" y="471025"/>
            <a:ext cx="6322301" cy="4013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D89A3A-8365-76CC-C380-EAD8327B68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00" y="2916501"/>
            <a:ext cx="5608300" cy="35598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B07BE9-8738-9BB5-14CD-D21AB67393EA}"/>
              </a:ext>
            </a:extLst>
          </p:cNvPr>
          <p:cNvSpPr txBox="1"/>
          <p:nvPr/>
        </p:nvSpPr>
        <p:spPr>
          <a:xfrm>
            <a:off x="7232477" y="896532"/>
            <a:ext cx="3816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Life Event Probabilities: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Survival:  0.99862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Emigration: 0.11450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Re-immigration: 0.23231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De-registration: 0.79870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F9FDC-9446-E7C3-1057-7EC98BDD30EC}"/>
              </a:ext>
            </a:extLst>
          </p:cNvPr>
          <p:cNvSpPr txBox="1"/>
          <p:nvPr/>
        </p:nvSpPr>
        <p:spPr>
          <a:xfrm>
            <a:off x="483406" y="4653095"/>
            <a:ext cx="5849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Note</a:t>
            </a:r>
            <a:r>
              <a:rPr lang="en-GB" dirty="0"/>
              <a:t>: these are only preliminary estimates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Different registers are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covariates are incorporated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Only 1 latent class is considered (no FMM equivalent)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Uncertain sightings are not considered</a:t>
            </a:r>
          </a:p>
        </p:txBody>
      </p:sp>
    </p:spTree>
    <p:extLst>
      <p:ext uri="{BB962C8B-B14F-4D97-AF65-F5344CB8AC3E}">
        <p14:creationId xmlns:p14="http://schemas.microsoft.com/office/powerpoint/2010/main" val="6004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Widescreen</PresentationFormat>
  <Paragraphs>144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DengXian</vt:lpstr>
      <vt:lpstr>Aptos</vt:lpstr>
      <vt:lpstr>Aptos Display</vt:lpstr>
      <vt:lpstr>Arial</vt:lpstr>
      <vt:lpstr>Cambria Math</vt:lpstr>
      <vt:lpstr>Office Theme</vt:lpstr>
      <vt:lpstr>Office Theme</vt:lpstr>
      <vt:lpstr>Two Approaches for Register-based Population Size Estimation: Individual-level and Population-level</vt:lpstr>
      <vt:lpstr>Administrative Register Data</vt:lpstr>
      <vt:lpstr>Capture-Recapture &amp; HMM Formulation</vt:lpstr>
      <vt:lpstr>PowerPoint Presentation</vt:lpstr>
      <vt:lpstr>Model Specification</vt:lpstr>
      <vt:lpstr>PowerPoint Presentation</vt:lpstr>
      <vt:lpstr>PowerPoint Presentation</vt:lpstr>
      <vt:lpstr>Overview of Population-level Model</vt:lpstr>
      <vt:lpstr>Latent Class Models^([3])</vt:lpstr>
      <vt:lpstr>Matrix Population Models^([4])</vt:lpstr>
      <vt:lpstr>Current Work</vt:lpstr>
      <vt:lpstr>Thank you for your attention!</vt:lpstr>
      <vt:lpstr>PowerPoint Presentation</vt:lpstr>
    </vt:vector>
  </TitlesOfParts>
  <Company>University of Kent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Brown</dc:creator>
  <cp:lastModifiedBy>Lucy Brown</cp:lastModifiedBy>
  <cp:revision>1</cp:revision>
  <dcterms:created xsi:type="dcterms:W3CDTF">2025-12-09T23:24:37Z</dcterms:created>
  <dcterms:modified xsi:type="dcterms:W3CDTF">2025-12-17T12:38:43Z</dcterms:modified>
</cp:coreProperties>
</file>